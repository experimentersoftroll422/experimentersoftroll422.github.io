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30BB9E-FC52-45C5-06BD-4D16190A802A}" v="271" dt="2026-06-10T21:20:19.9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zwan Anver [Student]" userId="S::rizwan.anver@student.sl.on.ca::d6fc79c5-c42e-4bd3-a7a4-279111c89f6c" providerId="AD" clId="Web-{3130BB9E-FC52-45C5-06BD-4D16190A802A}"/>
    <pc:docChg chg="addSld modSld">
      <pc:chgData name="Rizwan Anver [Student]" userId="S::rizwan.anver@student.sl.on.ca::d6fc79c5-c42e-4bd3-a7a4-279111c89f6c" providerId="AD" clId="Web-{3130BB9E-FC52-45C5-06BD-4D16190A802A}" dt="2026-06-10T21:20:19.920" v="271" actId="20577"/>
      <pc:docMkLst>
        <pc:docMk/>
      </pc:docMkLst>
      <pc:sldChg chg="addSp delSp modSp mod setBg">
        <pc:chgData name="Rizwan Anver [Student]" userId="S::rizwan.anver@student.sl.on.ca::d6fc79c5-c42e-4bd3-a7a4-279111c89f6c" providerId="AD" clId="Web-{3130BB9E-FC52-45C5-06BD-4D16190A802A}" dt="2026-06-10T21:16:41.074" v="207" actId="1076"/>
        <pc:sldMkLst>
          <pc:docMk/>
          <pc:sldMk cId="109857222" sldId="256"/>
        </pc:sldMkLst>
        <pc:spChg chg="mod">
          <ac:chgData name="Rizwan Anver [Student]" userId="S::rizwan.anver@student.sl.on.ca::d6fc79c5-c42e-4bd3-a7a4-279111c89f6c" providerId="AD" clId="Web-{3130BB9E-FC52-45C5-06BD-4D16190A802A}" dt="2026-06-10T21:16:19.120" v="199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Rizwan Anver [Student]" userId="S::rizwan.anver@student.sl.on.ca::d6fc79c5-c42e-4bd3-a7a4-279111c89f6c" providerId="AD" clId="Web-{3130BB9E-FC52-45C5-06BD-4D16190A802A}" dt="2026-06-10T21:16:41.074" v="207" actId="1076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Rizwan Anver [Student]" userId="S::rizwan.anver@student.sl.on.ca::d6fc79c5-c42e-4bd3-a7a4-279111c89f6c" providerId="AD" clId="Web-{3130BB9E-FC52-45C5-06BD-4D16190A802A}" dt="2026-06-10T21:15:20.041" v="173"/>
          <ac:spMkLst>
            <pc:docMk/>
            <pc:sldMk cId="109857222" sldId="256"/>
            <ac:spMk id="10" creationId="{A3363022-C969-41E9-8EB2-E4C94908C1FA}"/>
          </ac:spMkLst>
        </pc:spChg>
        <pc:spChg chg="add">
          <ac:chgData name="Rizwan Anver [Student]" userId="S::rizwan.anver@student.sl.on.ca::d6fc79c5-c42e-4bd3-a7a4-279111c89f6c" providerId="AD" clId="Web-{3130BB9E-FC52-45C5-06BD-4D16190A802A}" dt="2026-06-10T21:15:20.041" v="173"/>
          <ac:spMkLst>
            <pc:docMk/>
            <pc:sldMk cId="109857222" sldId="256"/>
            <ac:spMk id="12" creationId="{8D1AD6B3-BE88-4CEB-BA17-790657CC4729}"/>
          </ac:spMkLst>
        </pc:spChg>
        <pc:grpChg chg="add">
          <ac:chgData name="Rizwan Anver [Student]" userId="S::rizwan.anver@student.sl.on.ca::d6fc79c5-c42e-4bd3-a7a4-279111c89f6c" providerId="AD" clId="Web-{3130BB9E-FC52-45C5-06BD-4D16190A802A}" dt="2026-06-10T21:15:20.041" v="173"/>
          <ac:grpSpMkLst>
            <pc:docMk/>
            <pc:sldMk cId="109857222" sldId="256"/>
            <ac:grpSpMk id="14" creationId="{89D1390B-7E13-4B4F-9CB2-391063412E54}"/>
          </ac:grpSpMkLst>
        </pc:grpChg>
        <pc:graphicFrameChg chg="add del mod">
          <ac:chgData name="Rizwan Anver [Student]" userId="S::rizwan.anver@student.sl.on.ca::d6fc79c5-c42e-4bd3-a7a4-279111c89f6c" providerId="AD" clId="Web-{3130BB9E-FC52-45C5-06BD-4D16190A802A}" dt="2026-06-10T20:53:41.949" v="76"/>
          <ac:graphicFrameMkLst>
            <pc:docMk/>
            <pc:sldMk cId="109857222" sldId="256"/>
            <ac:graphicFrameMk id="5" creationId="{CE305D86-0A5E-41EC-6B07-C4C25C2F3BB1}"/>
          </ac:graphicFrameMkLst>
        </pc:graphicFrameChg>
        <pc:picChg chg="add">
          <ac:chgData name="Rizwan Anver [Student]" userId="S::rizwan.anver@student.sl.on.ca::d6fc79c5-c42e-4bd3-a7a4-279111c89f6c" providerId="AD" clId="Web-{3130BB9E-FC52-45C5-06BD-4D16190A802A}" dt="2026-06-10T21:15:20.041" v="173"/>
          <ac:picMkLst>
            <pc:docMk/>
            <pc:sldMk cId="109857222" sldId="256"/>
            <ac:picMk id="7" creationId="{B9043F6F-9566-1EE5-6D51-7A6C8F6DFD33}"/>
          </ac:picMkLst>
        </pc:picChg>
      </pc:sldChg>
      <pc:sldChg chg="modSp new">
        <pc:chgData name="Rizwan Anver [Student]" userId="S::rizwan.anver@student.sl.on.ca::d6fc79c5-c42e-4bd3-a7a4-279111c89f6c" providerId="AD" clId="Web-{3130BB9E-FC52-45C5-06BD-4D16190A802A}" dt="2026-06-10T21:20:19.920" v="271" actId="20577"/>
        <pc:sldMkLst>
          <pc:docMk/>
          <pc:sldMk cId="1320434349" sldId="257"/>
        </pc:sldMkLst>
        <pc:spChg chg="mod">
          <ac:chgData name="Rizwan Anver [Student]" userId="S::rizwan.anver@student.sl.on.ca::d6fc79c5-c42e-4bd3-a7a4-279111c89f6c" providerId="AD" clId="Web-{3130BB9E-FC52-45C5-06BD-4D16190A802A}" dt="2026-06-10T20:55:52.120" v="126" actId="20577"/>
          <ac:spMkLst>
            <pc:docMk/>
            <pc:sldMk cId="1320434349" sldId="257"/>
            <ac:spMk id="2" creationId="{B8D747A9-EFC2-5038-3643-E516D9F43392}"/>
          </ac:spMkLst>
        </pc:spChg>
        <pc:spChg chg="mod">
          <ac:chgData name="Rizwan Anver [Student]" userId="S::rizwan.anver@student.sl.on.ca::d6fc79c5-c42e-4bd3-a7a4-279111c89f6c" providerId="AD" clId="Web-{3130BB9E-FC52-45C5-06BD-4D16190A802A}" dt="2026-06-10T21:20:19.920" v="271" actId="20577"/>
          <ac:spMkLst>
            <pc:docMk/>
            <pc:sldMk cId="1320434349" sldId="257"/>
            <ac:spMk id="3" creationId="{1A421625-1012-3E85-591E-D05028DC8A85}"/>
          </ac:spMkLst>
        </pc:spChg>
      </pc:sldChg>
      <pc:sldChg chg="modSp new">
        <pc:chgData name="Rizwan Anver [Student]" userId="S::rizwan.anver@student.sl.on.ca::d6fc79c5-c42e-4bd3-a7a4-279111c89f6c" providerId="AD" clId="Web-{3130BB9E-FC52-45C5-06BD-4D16190A802A}" dt="2026-06-10T21:13:42.055" v="145" actId="20577"/>
        <pc:sldMkLst>
          <pc:docMk/>
          <pc:sldMk cId="3118523686" sldId="258"/>
        </pc:sldMkLst>
        <pc:spChg chg="mod">
          <ac:chgData name="Rizwan Anver [Student]" userId="S::rizwan.anver@student.sl.on.ca::d6fc79c5-c42e-4bd3-a7a4-279111c89f6c" providerId="AD" clId="Web-{3130BB9E-FC52-45C5-06BD-4D16190A802A}" dt="2026-06-10T21:13:42.055" v="145" actId="20577"/>
          <ac:spMkLst>
            <pc:docMk/>
            <pc:sldMk cId="3118523686" sldId="258"/>
            <ac:spMk id="2" creationId="{810405D6-7E90-7BE9-683E-5381BD0D6B73}"/>
          </ac:spMkLst>
        </pc:spChg>
      </pc:sldChg>
      <pc:sldChg chg="modSp new">
        <pc:chgData name="Rizwan Anver [Student]" userId="S::rizwan.anver@student.sl.on.ca::d6fc79c5-c42e-4bd3-a7a4-279111c89f6c" providerId="AD" clId="Web-{3130BB9E-FC52-45C5-06BD-4D16190A802A}" dt="2026-06-10T21:14:00.103" v="157" actId="20577"/>
        <pc:sldMkLst>
          <pc:docMk/>
          <pc:sldMk cId="150533458" sldId="259"/>
        </pc:sldMkLst>
        <pc:spChg chg="mod">
          <ac:chgData name="Rizwan Anver [Student]" userId="S::rizwan.anver@student.sl.on.ca::d6fc79c5-c42e-4bd3-a7a4-279111c89f6c" providerId="AD" clId="Web-{3130BB9E-FC52-45C5-06BD-4D16190A802A}" dt="2026-06-10T21:14:00.103" v="157" actId="20577"/>
          <ac:spMkLst>
            <pc:docMk/>
            <pc:sldMk cId="150533458" sldId="259"/>
            <ac:spMk id="2" creationId="{B34D6D79-025E-4145-D5C9-6A323498ACE7}"/>
          </ac:spMkLst>
        </pc:spChg>
      </pc:sldChg>
      <pc:sldChg chg="modSp new">
        <pc:chgData name="Rizwan Anver [Student]" userId="S::rizwan.anver@student.sl.on.ca::d6fc79c5-c42e-4bd3-a7a4-279111c89f6c" providerId="AD" clId="Web-{3130BB9E-FC52-45C5-06BD-4D16190A802A}" dt="2026-06-10T21:14:18.837" v="167" actId="20577"/>
        <pc:sldMkLst>
          <pc:docMk/>
          <pc:sldMk cId="1632292573" sldId="260"/>
        </pc:sldMkLst>
        <pc:spChg chg="mod">
          <ac:chgData name="Rizwan Anver [Student]" userId="S::rizwan.anver@student.sl.on.ca::d6fc79c5-c42e-4bd3-a7a4-279111c89f6c" providerId="AD" clId="Web-{3130BB9E-FC52-45C5-06BD-4D16190A802A}" dt="2026-06-10T21:14:18.837" v="167" actId="20577"/>
          <ac:spMkLst>
            <pc:docMk/>
            <pc:sldMk cId="1632292573" sldId="260"/>
            <ac:spMk id="2" creationId="{AD3E46E0-E8F9-5EF2-A99F-35153CDA6055}"/>
          </ac:spMkLst>
        </pc:spChg>
      </pc:sldChg>
      <pc:sldChg chg="modSp new">
        <pc:chgData name="Rizwan Anver [Student]" userId="S::rizwan.anver@student.sl.on.ca::d6fc79c5-c42e-4bd3-a7a4-279111c89f6c" providerId="AD" clId="Web-{3130BB9E-FC52-45C5-06BD-4D16190A802A}" dt="2026-06-10T21:14:32.072" v="170" actId="20577"/>
        <pc:sldMkLst>
          <pc:docMk/>
          <pc:sldMk cId="3642857189" sldId="261"/>
        </pc:sldMkLst>
        <pc:spChg chg="mod">
          <ac:chgData name="Rizwan Anver [Student]" userId="S::rizwan.anver@student.sl.on.ca::d6fc79c5-c42e-4bd3-a7a4-279111c89f6c" providerId="AD" clId="Web-{3130BB9E-FC52-45C5-06BD-4D16190A802A}" dt="2026-06-10T21:14:32.072" v="170" actId="20577"/>
          <ac:spMkLst>
            <pc:docMk/>
            <pc:sldMk cId="3642857189" sldId="261"/>
            <ac:spMk id="2" creationId="{E5216B0C-782D-270B-41FC-6CFEE063739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34087" y="1710435"/>
            <a:ext cx="5912461" cy="287330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               </a:t>
            </a:r>
            <a:r>
              <a:rPr lang="en-US" sz="5400" dirty="0">
                <a:solidFill>
                  <a:schemeClr val="tx2"/>
                </a:solidFill>
              </a:rPr>
              <a:t>Digital </a:t>
            </a:r>
            <a:br>
              <a:rPr lang="en-US" sz="5400" dirty="0"/>
            </a:br>
            <a:r>
              <a:rPr lang="en-US" sz="5400" dirty="0">
                <a:solidFill>
                  <a:schemeClr val="tx2"/>
                </a:solidFill>
              </a:rPr>
              <a:t>        Forensics</a:t>
            </a:r>
            <a:br>
              <a:rPr lang="en-US" sz="5400" dirty="0"/>
            </a:br>
            <a:r>
              <a:rPr lang="en-US" sz="5400">
                <a:solidFill>
                  <a:schemeClr val="tx2"/>
                </a:solidFill>
              </a:rPr>
              <a:t>      Laboratory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62774" y="4712916"/>
            <a:ext cx="2644952" cy="149644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endParaRPr lang="en-US" dirty="0">
              <a:solidFill>
                <a:schemeClr val="tx2"/>
              </a:solidFill>
            </a:endParaRPr>
          </a:p>
          <a:p>
            <a:pPr algn="l"/>
            <a:r>
              <a:rPr lang="en-US" dirty="0">
                <a:solidFill>
                  <a:schemeClr val="tx2"/>
                </a:solidFill>
              </a:rPr>
              <a:t>Rizwan </a:t>
            </a:r>
            <a:r>
              <a:rPr lang="en-US" dirty="0" err="1">
                <a:solidFill>
                  <a:schemeClr val="tx2"/>
                </a:solidFill>
              </a:rPr>
              <a:t>Anver</a:t>
            </a:r>
            <a:endParaRPr lang="en-US" dirty="0">
              <a:solidFill>
                <a:schemeClr val="tx2"/>
              </a:solidFill>
            </a:endParaRPr>
          </a:p>
          <a:p>
            <a:pPr algn="l"/>
            <a:r>
              <a:rPr lang="en-US">
                <a:solidFill>
                  <a:schemeClr val="tx2"/>
                </a:solidFill>
              </a:rPr>
              <a:t>Jeremy Chong</a:t>
            </a:r>
          </a:p>
          <a:p>
            <a:pPr algn="l"/>
            <a:r>
              <a:rPr lang="en-US">
                <a:solidFill>
                  <a:schemeClr val="tx2"/>
                </a:solidFill>
              </a:rPr>
              <a:t>Hieu Nguyen</a:t>
            </a:r>
          </a:p>
        </p:txBody>
      </p:sp>
      <p:pic>
        <p:nvPicPr>
          <p:cNvPr id="7" name="Graphic 6" descr="Microscope">
            <a:extLst>
              <a:ext uri="{FF2B5EF4-FFF2-40B4-BE49-F238E27FC236}">
                <a16:creationId xmlns:a16="http://schemas.microsoft.com/office/drawing/2014/main" id="{B9043F6F-9566-1EE5-6D51-7A6C8F6DFD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747A9-EFC2-5038-3643-E516D9F43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Laboratory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21625-1012-3E85-591E-D05028DC8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262626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Allows Law enforcement to:</a:t>
            </a:r>
            <a:endParaRPr lang="en-US" sz="2000">
              <a:solidFill>
                <a:srgbClr val="000000"/>
              </a:solidFill>
              <a:latin typeface="Aptos" panose="020B0004020202020204"/>
              <a:cs typeface="Times New Roman"/>
            </a:endParaRPr>
          </a:p>
          <a:p>
            <a:r>
              <a:rPr lang="en-US" sz="2000">
                <a:solidFill>
                  <a:srgbClr val="262626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 collect </a:t>
            </a:r>
            <a:endParaRPr lang="en-US" sz="2000">
              <a:solidFill>
                <a:srgbClr val="000000"/>
              </a:solidFill>
              <a:latin typeface="Aptos" panose="020B0004020202020204"/>
              <a:cs typeface="Times New Roman"/>
            </a:endParaRPr>
          </a:p>
          <a:p>
            <a:r>
              <a:rPr lang="en-US" sz="2000">
                <a:solidFill>
                  <a:srgbClr val="262626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analyze</a:t>
            </a:r>
            <a:endParaRPr lang="en-US" sz="2000">
              <a:solidFill>
                <a:srgbClr val="000000"/>
              </a:solidFill>
              <a:latin typeface="Aptos" panose="020B0004020202020204"/>
              <a:cs typeface="Times New Roman"/>
            </a:endParaRPr>
          </a:p>
          <a:p>
            <a:r>
              <a:rPr lang="en-US" sz="2000">
                <a:solidFill>
                  <a:srgbClr val="262626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store data</a:t>
            </a:r>
            <a:endParaRPr lang="en-US" sz="2000">
              <a:solidFill>
                <a:srgbClr val="000000"/>
              </a:solidFill>
              <a:latin typeface="Aptos" panose="020B0004020202020204"/>
              <a:cs typeface="Times New Roman"/>
            </a:endParaRPr>
          </a:p>
          <a:p>
            <a:pPr marL="0" indent="0">
              <a:buNone/>
            </a:pPr>
            <a:r>
              <a:rPr lang="en-US" sz="2000">
                <a:solidFill>
                  <a:srgbClr val="262626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 in a manner where it </a:t>
            </a:r>
            <a:r>
              <a:rPr lang="en-US" sz="2000" dirty="0">
                <a:solidFill>
                  <a:srgbClr val="262626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isn’t tampered with.</a:t>
            </a:r>
            <a:endParaRPr lang="en-US" sz="200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434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405D6-7E90-7BE9-683E-5381BD0D6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 Scenarios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C52D2-9D74-9AB1-D4A5-0E82FD9AC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523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D6D79-025E-4145-D5C9-6A323498A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493BC-8973-70AC-8F74-6F36D5F30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33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46E0-E8F9-5EF2-A99F-35153CDA6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Hardware Specifications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346E2-8606-337A-5858-3716509D2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92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16B0C-782D-270B-41FC-6CFEE0637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CDC52-4B4F-C7AB-3679-920A7EAB7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857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               Digital          Forensics       Laboratory</vt:lpstr>
      <vt:lpstr>Laboratory Purpose</vt:lpstr>
      <vt:lpstr>Use case Scenarios</vt:lpstr>
      <vt:lpstr>Software Requirements</vt:lpstr>
      <vt:lpstr>Hardware Specifications </vt:lpstr>
      <vt:lpstr>Conclusion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50</cp:revision>
  <dcterms:created xsi:type="dcterms:W3CDTF">2026-06-10T12:04:57Z</dcterms:created>
  <dcterms:modified xsi:type="dcterms:W3CDTF">2026-06-10T21:20:27Z</dcterms:modified>
</cp:coreProperties>
</file>