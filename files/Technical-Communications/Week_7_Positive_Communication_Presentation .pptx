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59" r:id="rId9"/>
    <p:sldId id="268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B02EA-5841-43EA-813B-1D7108B90F0F}" v="13" dt="2026-03-09T01:03:18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D031A5-84A3-4334-A68E-43A335CC88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DE3783-E871-4A8E-843B-FB513FDEB8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n-lt"/>
              <a:ea typeface="+mn-ea"/>
              <a:cs typeface="+mn-cs"/>
            </a:rPr>
            <a:t>Benefits of Positive Communication </a:t>
          </a:r>
        </a:p>
      </dgm:t>
    </dgm:pt>
    <dgm:pt modelId="{356C47EB-9BD1-4CED-A7E0-67AA5003CC5E}" type="parTrans" cxnId="{525F344C-5C66-44F2-9388-78CED8880F50}">
      <dgm:prSet/>
      <dgm:spPr/>
      <dgm:t>
        <a:bodyPr/>
        <a:lstStyle/>
        <a:p>
          <a:endParaRPr lang="en-US"/>
        </a:p>
      </dgm:t>
    </dgm:pt>
    <dgm:pt modelId="{F218C52F-5A81-4C14-97A3-6BEB06A48369}" type="sibTrans" cxnId="{525F344C-5C66-44F2-9388-78CED8880F50}">
      <dgm:prSet/>
      <dgm:spPr/>
      <dgm:t>
        <a:bodyPr/>
        <a:lstStyle/>
        <a:p>
          <a:endParaRPr lang="en-US"/>
        </a:p>
      </dgm:t>
    </dgm:pt>
    <dgm:pt modelId="{37BFC009-B122-417B-884C-117B19EF1B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n-lt"/>
              <a:ea typeface="+mn-ea"/>
              <a:cs typeface="+mn-cs"/>
            </a:rPr>
            <a:t>Establishing Positive Communication</a:t>
          </a:r>
        </a:p>
      </dgm:t>
    </dgm:pt>
    <dgm:pt modelId="{97221981-D8EA-4A1E-9773-144E45F16262}" type="parTrans" cxnId="{7225C832-43B3-4BDD-9F8D-8E0BD03910B3}">
      <dgm:prSet/>
      <dgm:spPr/>
      <dgm:t>
        <a:bodyPr/>
        <a:lstStyle/>
        <a:p>
          <a:endParaRPr lang="en-US"/>
        </a:p>
      </dgm:t>
    </dgm:pt>
    <dgm:pt modelId="{6EBC82E7-14D4-40C8-9A45-EBF70911F7D9}" type="sibTrans" cxnId="{7225C832-43B3-4BDD-9F8D-8E0BD03910B3}">
      <dgm:prSet/>
      <dgm:spPr/>
      <dgm:t>
        <a:bodyPr/>
        <a:lstStyle/>
        <a:p>
          <a:endParaRPr lang="en-US"/>
        </a:p>
      </dgm:t>
    </dgm:pt>
    <dgm:pt modelId="{CDAAD1B9-8712-4275-BC9E-E3156EA574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 panose="020B0004020202020204"/>
              <a:ea typeface="+mn-ea"/>
              <a:cs typeface="+mn-cs"/>
            </a:rPr>
            <a:t>Effective Listening </a:t>
          </a:r>
        </a:p>
      </dgm:t>
    </dgm:pt>
    <dgm:pt modelId="{CC3D6247-C490-4AF6-98C7-09D15694F97B}" type="parTrans" cxnId="{1CD42118-E5D8-4432-A9EA-C54A5F7136CB}">
      <dgm:prSet/>
      <dgm:spPr/>
      <dgm:t>
        <a:bodyPr/>
        <a:lstStyle/>
        <a:p>
          <a:endParaRPr lang="en-US"/>
        </a:p>
      </dgm:t>
    </dgm:pt>
    <dgm:pt modelId="{34A80C78-6E35-4C68-B6B9-21D812AFBC61}" type="sibTrans" cxnId="{1CD42118-E5D8-4432-A9EA-C54A5F7136CB}">
      <dgm:prSet/>
      <dgm:spPr/>
      <dgm:t>
        <a:bodyPr/>
        <a:lstStyle/>
        <a:p>
          <a:endParaRPr lang="en-US"/>
        </a:p>
      </dgm:t>
    </dgm:pt>
    <dgm:pt modelId="{AF17D113-B0F3-49AC-8278-20F5D857ECF1}" type="pres">
      <dgm:prSet presAssocID="{A7D031A5-84A3-4334-A68E-43A335CC88FF}" presName="root" presStyleCnt="0">
        <dgm:presLayoutVars>
          <dgm:dir/>
          <dgm:resizeHandles val="exact"/>
        </dgm:presLayoutVars>
      </dgm:prSet>
      <dgm:spPr/>
    </dgm:pt>
    <dgm:pt modelId="{55251124-1C33-417E-9AFD-40E14B3E778A}" type="pres">
      <dgm:prSet presAssocID="{98DE3783-E871-4A8E-843B-FB513FDEB86C}" presName="compNode" presStyleCnt="0"/>
      <dgm:spPr/>
    </dgm:pt>
    <dgm:pt modelId="{F9CC8036-779F-4CEC-84BF-0F8BF22D949C}" type="pres">
      <dgm:prSet presAssocID="{98DE3783-E871-4A8E-843B-FB513FDEB86C}" presName="bgRect" presStyleLbl="bgShp" presStyleIdx="0" presStyleCnt="3"/>
      <dgm:spPr/>
    </dgm:pt>
    <dgm:pt modelId="{B47CA645-1A31-41D0-A517-6ACFFF0D4A43}" type="pres">
      <dgm:prSet presAssocID="{98DE3783-E871-4A8E-843B-FB513FDEB86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3DD604B-F65F-4073-B5B6-B9F95EEE0B2F}" type="pres">
      <dgm:prSet presAssocID="{98DE3783-E871-4A8E-843B-FB513FDEB86C}" presName="spaceRect" presStyleCnt="0"/>
      <dgm:spPr/>
    </dgm:pt>
    <dgm:pt modelId="{E7F81A30-A038-44EF-AF8E-F72EEFDA6896}" type="pres">
      <dgm:prSet presAssocID="{98DE3783-E871-4A8E-843B-FB513FDEB86C}" presName="parTx" presStyleLbl="revTx" presStyleIdx="0" presStyleCnt="3">
        <dgm:presLayoutVars>
          <dgm:chMax val="0"/>
          <dgm:chPref val="0"/>
        </dgm:presLayoutVars>
      </dgm:prSet>
      <dgm:spPr/>
    </dgm:pt>
    <dgm:pt modelId="{F937FA04-72D0-465B-90C9-E4C308010A9A}" type="pres">
      <dgm:prSet presAssocID="{F218C52F-5A81-4C14-97A3-6BEB06A48369}" presName="sibTrans" presStyleCnt="0"/>
      <dgm:spPr/>
    </dgm:pt>
    <dgm:pt modelId="{6622CB3F-483B-495D-A991-ED0CFF56510F}" type="pres">
      <dgm:prSet presAssocID="{37BFC009-B122-417B-884C-117B19EF1B1A}" presName="compNode" presStyleCnt="0"/>
      <dgm:spPr/>
    </dgm:pt>
    <dgm:pt modelId="{F1A9A7E5-928D-426A-BDB8-5C0271641515}" type="pres">
      <dgm:prSet presAssocID="{37BFC009-B122-417B-884C-117B19EF1B1A}" presName="bgRect" presStyleLbl="bgShp" presStyleIdx="1" presStyleCnt="3"/>
      <dgm:spPr/>
    </dgm:pt>
    <dgm:pt modelId="{2AE4CAE5-C7FC-416A-ACA1-7ABF3C2F5E7E}" type="pres">
      <dgm:prSet presAssocID="{37BFC009-B122-417B-884C-117B19EF1B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A0506BE-655A-47E9-8DFB-3EE9994640F7}" type="pres">
      <dgm:prSet presAssocID="{37BFC009-B122-417B-884C-117B19EF1B1A}" presName="spaceRect" presStyleCnt="0"/>
      <dgm:spPr/>
    </dgm:pt>
    <dgm:pt modelId="{5DA48940-7764-4FED-8A3E-972379AEF7A7}" type="pres">
      <dgm:prSet presAssocID="{37BFC009-B122-417B-884C-117B19EF1B1A}" presName="parTx" presStyleLbl="revTx" presStyleIdx="1" presStyleCnt="3">
        <dgm:presLayoutVars>
          <dgm:chMax val="0"/>
          <dgm:chPref val="0"/>
        </dgm:presLayoutVars>
      </dgm:prSet>
      <dgm:spPr/>
    </dgm:pt>
    <dgm:pt modelId="{E977B823-7A3F-4D91-A13E-4E465356C3BC}" type="pres">
      <dgm:prSet presAssocID="{6EBC82E7-14D4-40C8-9A45-EBF70911F7D9}" presName="sibTrans" presStyleCnt="0"/>
      <dgm:spPr/>
    </dgm:pt>
    <dgm:pt modelId="{E4242127-6066-4842-BFCC-772AC4813C07}" type="pres">
      <dgm:prSet presAssocID="{CDAAD1B9-8712-4275-BC9E-E3156EA57489}" presName="compNode" presStyleCnt="0"/>
      <dgm:spPr/>
    </dgm:pt>
    <dgm:pt modelId="{E11EAD80-2FB9-4CC0-A034-D568660BE875}" type="pres">
      <dgm:prSet presAssocID="{CDAAD1B9-8712-4275-BC9E-E3156EA57489}" presName="bgRect" presStyleLbl="bgShp" presStyleIdx="2" presStyleCnt="3"/>
      <dgm:spPr/>
    </dgm:pt>
    <dgm:pt modelId="{25B32025-D5CA-4C49-9997-C69670668147}" type="pres">
      <dgm:prSet presAssocID="{CDAAD1B9-8712-4275-BC9E-E3156EA574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2990EA4E-9689-4CA1-8F34-477EFABB9BE2}" type="pres">
      <dgm:prSet presAssocID="{CDAAD1B9-8712-4275-BC9E-E3156EA57489}" presName="spaceRect" presStyleCnt="0"/>
      <dgm:spPr/>
    </dgm:pt>
    <dgm:pt modelId="{DA292FEC-1567-4635-9D1F-09B638A1ED05}" type="pres">
      <dgm:prSet presAssocID="{CDAAD1B9-8712-4275-BC9E-E3156EA574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CD42118-E5D8-4432-A9EA-C54A5F7136CB}" srcId="{A7D031A5-84A3-4334-A68E-43A335CC88FF}" destId="{CDAAD1B9-8712-4275-BC9E-E3156EA57489}" srcOrd="2" destOrd="0" parTransId="{CC3D6247-C490-4AF6-98C7-09D15694F97B}" sibTransId="{34A80C78-6E35-4C68-B6B9-21D812AFBC61}"/>
    <dgm:cxn modelId="{9F6B8F25-9924-459E-B59C-CE26C23E6A1B}" type="presOf" srcId="{37BFC009-B122-417B-884C-117B19EF1B1A}" destId="{5DA48940-7764-4FED-8A3E-972379AEF7A7}" srcOrd="0" destOrd="0" presId="urn:microsoft.com/office/officeart/2018/2/layout/IconVerticalSolidList"/>
    <dgm:cxn modelId="{7225C832-43B3-4BDD-9F8D-8E0BD03910B3}" srcId="{A7D031A5-84A3-4334-A68E-43A335CC88FF}" destId="{37BFC009-B122-417B-884C-117B19EF1B1A}" srcOrd="1" destOrd="0" parTransId="{97221981-D8EA-4A1E-9773-144E45F16262}" sibTransId="{6EBC82E7-14D4-40C8-9A45-EBF70911F7D9}"/>
    <dgm:cxn modelId="{525F344C-5C66-44F2-9388-78CED8880F50}" srcId="{A7D031A5-84A3-4334-A68E-43A335CC88FF}" destId="{98DE3783-E871-4A8E-843B-FB513FDEB86C}" srcOrd="0" destOrd="0" parTransId="{356C47EB-9BD1-4CED-A7E0-67AA5003CC5E}" sibTransId="{F218C52F-5A81-4C14-97A3-6BEB06A48369}"/>
    <dgm:cxn modelId="{0ED9424C-32EE-45FA-977C-264F3CCE8E92}" type="presOf" srcId="{98DE3783-E871-4A8E-843B-FB513FDEB86C}" destId="{E7F81A30-A038-44EF-AF8E-F72EEFDA6896}" srcOrd="0" destOrd="0" presId="urn:microsoft.com/office/officeart/2018/2/layout/IconVerticalSolidList"/>
    <dgm:cxn modelId="{E6452D53-A810-489D-881E-E9350E74B630}" type="presOf" srcId="{A7D031A5-84A3-4334-A68E-43A335CC88FF}" destId="{AF17D113-B0F3-49AC-8278-20F5D857ECF1}" srcOrd="0" destOrd="0" presId="urn:microsoft.com/office/officeart/2018/2/layout/IconVerticalSolidList"/>
    <dgm:cxn modelId="{75A00DCE-6DA8-45F3-BE3C-E8D817772AA1}" type="presOf" srcId="{CDAAD1B9-8712-4275-BC9E-E3156EA57489}" destId="{DA292FEC-1567-4635-9D1F-09B638A1ED05}" srcOrd="0" destOrd="0" presId="urn:microsoft.com/office/officeart/2018/2/layout/IconVerticalSolidList"/>
    <dgm:cxn modelId="{BF27D62D-4487-409D-B395-90D20D23B74E}" type="presParOf" srcId="{AF17D113-B0F3-49AC-8278-20F5D857ECF1}" destId="{55251124-1C33-417E-9AFD-40E14B3E778A}" srcOrd="0" destOrd="0" presId="urn:microsoft.com/office/officeart/2018/2/layout/IconVerticalSolidList"/>
    <dgm:cxn modelId="{8C4CF399-1556-4C93-BB24-EECBAE19B52F}" type="presParOf" srcId="{55251124-1C33-417E-9AFD-40E14B3E778A}" destId="{F9CC8036-779F-4CEC-84BF-0F8BF22D949C}" srcOrd="0" destOrd="0" presId="urn:microsoft.com/office/officeart/2018/2/layout/IconVerticalSolidList"/>
    <dgm:cxn modelId="{E687110A-A595-4245-84F6-2F4242F81EDD}" type="presParOf" srcId="{55251124-1C33-417E-9AFD-40E14B3E778A}" destId="{B47CA645-1A31-41D0-A517-6ACFFF0D4A43}" srcOrd="1" destOrd="0" presId="urn:microsoft.com/office/officeart/2018/2/layout/IconVerticalSolidList"/>
    <dgm:cxn modelId="{F05DC595-4FE7-4C90-B633-2C0504783657}" type="presParOf" srcId="{55251124-1C33-417E-9AFD-40E14B3E778A}" destId="{F3DD604B-F65F-4073-B5B6-B9F95EEE0B2F}" srcOrd="2" destOrd="0" presId="urn:microsoft.com/office/officeart/2018/2/layout/IconVerticalSolidList"/>
    <dgm:cxn modelId="{061FD679-507D-44E2-94EF-3FAF5038E6BB}" type="presParOf" srcId="{55251124-1C33-417E-9AFD-40E14B3E778A}" destId="{E7F81A30-A038-44EF-AF8E-F72EEFDA6896}" srcOrd="3" destOrd="0" presId="urn:microsoft.com/office/officeart/2018/2/layout/IconVerticalSolidList"/>
    <dgm:cxn modelId="{7707F991-4BB3-4F24-B1FD-BD013EDF1E09}" type="presParOf" srcId="{AF17D113-B0F3-49AC-8278-20F5D857ECF1}" destId="{F937FA04-72D0-465B-90C9-E4C308010A9A}" srcOrd="1" destOrd="0" presId="urn:microsoft.com/office/officeart/2018/2/layout/IconVerticalSolidList"/>
    <dgm:cxn modelId="{7FBF1114-D762-4F12-83C5-AEE1D01244BA}" type="presParOf" srcId="{AF17D113-B0F3-49AC-8278-20F5D857ECF1}" destId="{6622CB3F-483B-495D-A991-ED0CFF56510F}" srcOrd="2" destOrd="0" presId="urn:microsoft.com/office/officeart/2018/2/layout/IconVerticalSolidList"/>
    <dgm:cxn modelId="{4EDEE98B-4E39-41E4-91BB-AF22B6230BC0}" type="presParOf" srcId="{6622CB3F-483B-495D-A991-ED0CFF56510F}" destId="{F1A9A7E5-928D-426A-BDB8-5C0271641515}" srcOrd="0" destOrd="0" presId="urn:microsoft.com/office/officeart/2018/2/layout/IconVerticalSolidList"/>
    <dgm:cxn modelId="{E288C1C8-5686-40AB-8C84-1F2972BAD571}" type="presParOf" srcId="{6622CB3F-483B-495D-A991-ED0CFF56510F}" destId="{2AE4CAE5-C7FC-416A-ACA1-7ABF3C2F5E7E}" srcOrd="1" destOrd="0" presId="urn:microsoft.com/office/officeart/2018/2/layout/IconVerticalSolidList"/>
    <dgm:cxn modelId="{F684D538-8320-4FA4-8934-9BA4E75BC4A5}" type="presParOf" srcId="{6622CB3F-483B-495D-A991-ED0CFF56510F}" destId="{0A0506BE-655A-47E9-8DFB-3EE9994640F7}" srcOrd="2" destOrd="0" presId="urn:microsoft.com/office/officeart/2018/2/layout/IconVerticalSolidList"/>
    <dgm:cxn modelId="{601B075F-13AD-46E1-B50C-2B057642A843}" type="presParOf" srcId="{6622CB3F-483B-495D-A991-ED0CFF56510F}" destId="{5DA48940-7764-4FED-8A3E-972379AEF7A7}" srcOrd="3" destOrd="0" presId="urn:microsoft.com/office/officeart/2018/2/layout/IconVerticalSolidList"/>
    <dgm:cxn modelId="{D13AFB9D-3D85-436B-90A8-17FAEE354514}" type="presParOf" srcId="{AF17D113-B0F3-49AC-8278-20F5D857ECF1}" destId="{E977B823-7A3F-4D91-A13E-4E465356C3BC}" srcOrd="3" destOrd="0" presId="urn:microsoft.com/office/officeart/2018/2/layout/IconVerticalSolidList"/>
    <dgm:cxn modelId="{4D7458A1-DA2F-4F5B-BEA0-1B1B506F06B1}" type="presParOf" srcId="{AF17D113-B0F3-49AC-8278-20F5D857ECF1}" destId="{E4242127-6066-4842-BFCC-772AC4813C07}" srcOrd="4" destOrd="0" presId="urn:microsoft.com/office/officeart/2018/2/layout/IconVerticalSolidList"/>
    <dgm:cxn modelId="{F1879AFA-E2D5-495D-8A82-F3A9A7490122}" type="presParOf" srcId="{E4242127-6066-4842-BFCC-772AC4813C07}" destId="{E11EAD80-2FB9-4CC0-A034-D568660BE875}" srcOrd="0" destOrd="0" presId="urn:microsoft.com/office/officeart/2018/2/layout/IconVerticalSolidList"/>
    <dgm:cxn modelId="{6D35CEFB-8DA0-49DF-AF83-BBE2638D216B}" type="presParOf" srcId="{E4242127-6066-4842-BFCC-772AC4813C07}" destId="{25B32025-D5CA-4C49-9997-C69670668147}" srcOrd="1" destOrd="0" presId="urn:microsoft.com/office/officeart/2018/2/layout/IconVerticalSolidList"/>
    <dgm:cxn modelId="{28A43F3E-9A00-4EE2-8446-8B4E295F181A}" type="presParOf" srcId="{E4242127-6066-4842-BFCC-772AC4813C07}" destId="{2990EA4E-9689-4CA1-8F34-477EFABB9BE2}" srcOrd="2" destOrd="0" presId="urn:microsoft.com/office/officeart/2018/2/layout/IconVerticalSolidList"/>
    <dgm:cxn modelId="{7958586B-37E6-4CF0-8A2F-ECBECCC0CFF1}" type="presParOf" srcId="{E4242127-6066-4842-BFCC-772AC4813C07}" destId="{DA292FEC-1567-4635-9D1F-09B638A1ED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D545C0-3060-4DEE-8D51-FECE72567E6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81D8D4-65E3-4270-A465-CAD3BFAAF7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dirty="0"/>
            <a:t>Good Questions </a:t>
          </a:r>
        </a:p>
      </dgm:t>
    </dgm:pt>
    <dgm:pt modelId="{4D017609-9D36-4D77-92FE-B2E53715A87B}" type="parTrans" cxnId="{0C8F4F49-EA05-43EB-8D1C-DC3D0CF772A3}">
      <dgm:prSet/>
      <dgm:spPr/>
      <dgm:t>
        <a:bodyPr/>
        <a:lstStyle/>
        <a:p>
          <a:endParaRPr lang="en-US"/>
        </a:p>
      </dgm:t>
    </dgm:pt>
    <dgm:pt modelId="{4DE60CEE-3E95-48C0-93A7-A4B73883CE3E}" type="sibTrans" cxnId="{0C8F4F49-EA05-43EB-8D1C-DC3D0CF772A3}">
      <dgm:prSet/>
      <dgm:spPr/>
      <dgm:t>
        <a:bodyPr/>
        <a:lstStyle/>
        <a:p>
          <a:endParaRPr lang="en-US"/>
        </a:p>
      </dgm:t>
    </dgm:pt>
    <dgm:pt modelId="{402F11B8-F2E3-4D68-B86C-ABBC5E2C3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Forming Questions ( starting questions with "why")</a:t>
          </a:r>
        </a:p>
      </dgm:t>
    </dgm:pt>
    <dgm:pt modelId="{4A6FE678-39E5-48C8-91C0-8F86B3638F07}" type="parTrans" cxnId="{2F4462C1-179E-42B5-BC75-611E8C425913}">
      <dgm:prSet/>
      <dgm:spPr/>
      <dgm:t>
        <a:bodyPr/>
        <a:lstStyle/>
        <a:p>
          <a:endParaRPr lang="en-US"/>
        </a:p>
      </dgm:t>
    </dgm:pt>
    <dgm:pt modelId="{8D027B82-7A66-4432-9809-59F4EF33FD82}" type="sibTrans" cxnId="{2F4462C1-179E-42B5-BC75-611E8C425913}">
      <dgm:prSet/>
      <dgm:spPr/>
      <dgm:t>
        <a:bodyPr/>
        <a:lstStyle/>
        <a:p>
          <a:endParaRPr lang="en-US"/>
        </a:p>
      </dgm:t>
    </dgm:pt>
    <dgm:pt modelId="{12FE9DC3-B38B-44B7-92A9-67692517BD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Attentive Listening </a:t>
          </a:r>
        </a:p>
      </dgm:t>
    </dgm:pt>
    <dgm:pt modelId="{02FF7B09-22F6-493F-83BB-EC915F74C09B}" type="parTrans" cxnId="{C31813FD-76A2-4795-BE00-F5BBE8EA9FBD}">
      <dgm:prSet/>
      <dgm:spPr/>
      <dgm:t>
        <a:bodyPr/>
        <a:lstStyle/>
        <a:p>
          <a:endParaRPr lang="en-US"/>
        </a:p>
      </dgm:t>
    </dgm:pt>
    <dgm:pt modelId="{8D0A7982-2C00-4F0C-B956-F869524B8044}" type="sibTrans" cxnId="{C31813FD-76A2-4795-BE00-F5BBE8EA9FBD}">
      <dgm:prSet/>
      <dgm:spPr/>
      <dgm:t>
        <a:bodyPr/>
        <a:lstStyle/>
        <a:p>
          <a:endParaRPr lang="en-US"/>
        </a:p>
      </dgm:t>
    </dgm:pt>
    <dgm:pt modelId="{5B028D3E-FB0C-4C3C-B0E0-E03E189275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Asserting Patience (Let the person speak/finish)</a:t>
          </a:r>
        </a:p>
      </dgm:t>
    </dgm:pt>
    <dgm:pt modelId="{832D5BE4-4DDC-4A2E-A9A3-414A0D17643B}" type="parTrans" cxnId="{9EC58720-2D16-4EDC-B9A2-0C969DCB3387}">
      <dgm:prSet/>
      <dgm:spPr/>
      <dgm:t>
        <a:bodyPr/>
        <a:lstStyle/>
        <a:p>
          <a:endParaRPr lang="en-US"/>
        </a:p>
      </dgm:t>
    </dgm:pt>
    <dgm:pt modelId="{B0727DDC-577A-43EB-A590-F7BAAE1A36E9}" type="sibTrans" cxnId="{9EC58720-2D16-4EDC-B9A2-0C969DCB3387}">
      <dgm:prSet/>
      <dgm:spPr/>
      <dgm:t>
        <a:bodyPr/>
        <a:lstStyle/>
        <a:p>
          <a:endParaRPr lang="en-US"/>
        </a:p>
      </dgm:t>
    </dgm:pt>
    <dgm:pt modelId="{5D201E30-A791-4E1B-AF4F-318D3D36E023}" type="pres">
      <dgm:prSet presAssocID="{F9D545C0-3060-4DEE-8D51-FECE72567E60}" presName="root" presStyleCnt="0">
        <dgm:presLayoutVars>
          <dgm:dir/>
          <dgm:resizeHandles val="exact"/>
        </dgm:presLayoutVars>
      </dgm:prSet>
      <dgm:spPr/>
    </dgm:pt>
    <dgm:pt modelId="{4BD0526A-0936-443D-AA3F-5E93617329B4}" type="pres">
      <dgm:prSet presAssocID="{FE81D8D4-65E3-4270-A465-CAD3BFAAF72F}" presName="compNode" presStyleCnt="0"/>
      <dgm:spPr/>
    </dgm:pt>
    <dgm:pt modelId="{C2C97966-DE8D-4DC4-B6E4-7BD417FF996F}" type="pres">
      <dgm:prSet presAssocID="{FE81D8D4-65E3-4270-A465-CAD3BFAAF7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936E4973-9884-44DC-90BF-8C85C1C3F04E}" type="pres">
      <dgm:prSet presAssocID="{FE81D8D4-65E3-4270-A465-CAD3BFAAF72F}" presName="spaceRect" presStyleCnt="0"/>
      <dgm:spPr/>
    </dgm:pt>
    <dgm:pt modelId="{F786B1E6-CFE2-46A0-AB5E-A8C8FACF28BE}" type="pres">
      <dgm:prSet presAssocID="{FE81D8D4-65E3-4270-A465-CAD3BFAAF72F}" presName="textRect" presStyleLbl="revTx" presStyleIdx="0" presStyleCnt="4">
        <dgm:presLayoutVars>
          <dgm:chMax val="1"/>
          <dgm:chPref val="1"/>
        </dgm:presLayoutVars>
      </dgm:prSet>
      <dgm:spPr/>
    </dgm:pt>
    <dgm:pt modelId="{328451AE-EB7D-49DD-9D6B-24374D93A119}" type="pres">
      <dgm:prSet presAssocID="{4DE60CEE-3E95-48C0-93A7-A4B73883CE3E}" presName="sibTrans" presStyleCnt="0"/>
      <dgm:spPr/>
    </dgm:pt>
    <dgm:pt modelId="{40DEBED5-EBA8-4D3C-89ED-3C7C69DBF543}" type="pres">
      <dgm:prSet presAssocID="{402F11B8-F2E3-4D68-B86C-ABBC5E2C3A42}" presName="compNode" presStyleCnt="0"/>
      <dgm:spPr/>
    </dgm:pt>
    <dgm:pt modelId="{8BC62497-D3C1-405A-A671-80221584C696}" type="pres">
      <dgm:prSet presAssocID="{402F11B8-F2E3-4D68-B86C-ABBC5E2C3A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771B0C9D-32F2-4D62-8CF8-C3AEE93AF061}" type="pres">
      <dgm:prSet presAssocID="{402F11B8-F2E3-4D68-B86C-ABBC5E2C3A42}" presName="spaceRect" presStyleCnt="0"/>
      <dgm:spPr/>
    </dgm:pt>
    <dgm:pt modelId="{2FF304AA-7B2E-4C93-83DD-E7738C7A0640}" type="pres">
      <dgm:prSet presAssocID="{402F11B8-F2E3-4D68-B86C-ABBC5E2C3A42}" presName="textRect" presStyleLbl="revTx" presStyleIdx="1" presStyleCnt="4">
        <dgm:presLayoutVars>
          <dgm:chMax val="1"/>
          <dgm:chPref val="1"/>
        </dgm:presLayoutVars>
      </dgm:prSet>
      <dgm:spPr/>
    </dgm:pt>
    <dgm:pt modelId="{29041736-4665-4604-8E85-894B7AF5638B}" type="pres">
      <dgm:prSet presAssocID="{8D027B82-7A66-4432-9809-59F4EF33FD82}" presName="sibTrans" presStyleCnt="0"/>
      <dgm:spPr/>
    </dgm:pt>
    <dgm:pt modelId="{538E6512-7E9D-4A40-B8D5-3926D807B73C}" type="pres">
      <dgm:prSet presAssocID="{12FE9DC3-B38B-44B7-92A9-67692517BD6E}" presName="compNode" presStyleCnt="0"/>
      <dgm:spPr/>
    </dgm:pt>
    <dgm:pt modelId="{BCB5A16F-33C4-498C-A1FC-46C38C012DAC}" type="pres">
      <dgm:prSet presAssocID="{12FE9DC3-B38B-44B7-92A9-67692517BD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EB1D740E-9096-41ED-9A45-A08C7D865FFF}" type="pres">
      <dgm:prSet presAssocID="{12FE9DC3-B38B-44B7-92A9-67692517BD6E}" presName="spaceRect" presStyleCnt="0"/>
      <dgm:spPr/>
    </dgm:pt>
    <dgm:pt modelId="{435B96C4-432C-4477-917D-46FC5418A83D}" type="pres">
      <dgm:prSet presAssocID="{12FE9DC3-B38B-44B7-92A9-67692517BD6E}" presName="textRect" presStyleLbl="revTx" presStyleIdx="2" presStyleCnt="4">
        <dgm:presLayoutVars>
          <dgm:chMax val="1"/>
          <dgm:chPref val="1"/>
        </dgm:presLayoutVars>
      </dgm:prSet>
      <dgm:spPr/>
    </dgm:pt>
    <dgm:pt modelId="{66519102-7AAA-457B-BD37-C25102477BE2}" type="pres">
      <dgm:prSet presAssocID="{8D0A7982-2C00-4F0C-B956-F869524B8044}" presName="sibTrans" presStyleCnt="0"/>
      <dgm:spPr/>
    </dgm:pt>
    <dgm:pt modelId="{1CFC8F14-6C19-4A3F-A9D4-7EB2C8E57955}" type="pres">
      <dgm:prSet presAssocID="{5B028D3E-FB0C-4C3C-B0E0-E03E1892754D}" presName="compNode" presStyleCnt="0"/>
      <dgm:spPr/>
    </dgm:pt>
    <dgm:pt modelId="{49AEEE47-8E95-413C-B437-D6FBFB0677D0}" type="pres">
      <dgm:prSet presAssocID="{5B028D3E-FB0C-4C3C-B0E0-E03E189275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7E5A80DE-5200-4573-A358-EAA379E2BAB3}" type="pres">
      <dgm:prSet presAssocID="{5B028D3E-FB0C-4C3C-B0E0-E03E1892754D}" presName="spaceRect" presStyleCnt="0"/>
      <dgm:spPr/>
    </dgm:pt>
    <dgm:pt modelId="{7AB71C8A-CA46-421B-9942-A6BDA2BC107F}" type="pres">
      <dgm:prSet presAssocID="{5B028D3E-FB0C-4C3C-B0E0-E03E1892754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C58720-2D16-4EDC-B9A2-0C969DCB3387}" srcId="{F9D545C0-3060-4DEE-8D51-FECE72567E60}" destId="{5B028D3E-FB0C-4C3C-B0E0-E03E1892754D}" srcOrd="3" destOrd="0" parTransId="{832D5BE4-4DDC-4A2E-A9A3-414A0D17643B}" sibTransId="{B0727DDC-577A-43EB-A590-F7BAAE1A36E9}"/>
    <dgm:cxn modelId="{251D692D-821B-4BD7-8AA7-48A9CE09608A}" type="presOf" srcId="{12FE9DC3-B38B-44B7-92A9-67692517BD6E}" destId="{435B96C4-432C-4477-917D-46FC5418A83D}" srcOrd="0" destOrd="0" presId="urn:microsoft.com/office/officeart/2018/2/layout/IconLabelList"/>
    <dgm:cxn modelId="{E3E13246-9687-466D-AFB7-90B73EA5FAFC}" type="presOf" srcId="{402F11B8-F2E3-4D68-B86C-ABBC5E2C3A42}" destId="{2FF304AA-7B2E-4C93-83DD-E7738C7A0640}" srcOrd="0" destOrd="0" presId="urn:microsoft.com/office/officeart/2018/2/layout/IconLabelList"/>
    <dgm:cxn modelId="{8792BD46-8941-404B-A940-FE1B92B40959}" type="presOf" srcId="{5B028D3E-FB0C-4C3C-B0E0-E03E1892754D}" destId="{7AB71C8A-CA46-421B-9942-A6BDA2BC107F}" srcOrd="0" destOrd="0" presId="urn:microsoft.com/office/officeart/2018/2/layout/IconLabelList"/>
    <dgm:cxn modelId="{0C8F4F49-EA05-43EB-8D1C-DC3D0CF772A3}" srcId="{F9D545C0-3060-4DEE-8D51-FECE72567E60}" destId="{FE81D8D4-65E3-4270-A465-CAD3BFAAF72F}" srcOrd="0" destOrd="0" parTransId="{4D017609-9D36-4D77-92FE-B2E53715A87B}" sibTransId="{4DE60CEE-3E95-48C0-93A7-A4B73883CE3E}"/>
    <dgm:cxn modelId="{17B42B51-127C-4617-B998-CE8FEF6DE983}" type="presOf" srcId="{FE81D8D4-65E3-4270-A465-CAD3BFAAF72F}" destId="{F786B1E6-CFE2-46A0-AB5E-A8C8FACF28BE}" srcOrd="0" destOrd="0" presId="urn:microsoft.com/office/officeart/2018/2/layout/IconLabelList"/>
    <dgm:cxn modelId="{2F4462C1-179E-42B5-BC75-611E8C425913}" srcId="{F9D545C0-3060-4DEE-8D51-FECE72567E60}" destId="{402F11B8-F2E3-4D68-B86C-ABBC5E2C3A42}" srcOrd="1" destOrd="0" parTransId="{4A6FE678-39E5-48C8-91C0-8F86B3638F07}" sibTransId="{8D027B82-7A66-4432-9809-59F4EF33FD82}"/>
    <dgm:cxn modelId="{14EC17E8-9989-41AA-A607-5A83C9ACB7B9}" type="presOf" srcId="{F9D545C0-3060-4DEE-8D51-FECE72567E60}" destId="{5D201E30-A791-4E1B-AF4F-318D3D36E023}" srcOrd="0" destOrd="0" presId="urn:microsoft.com/office/officeart/2018/2/layout/IconLabelList"/>
    <dgm:cxn modelId="{C31813FD-76A2-4795-BE00-F5BBE8EA9FBD}" srcId="{F9D545C0-3060-4DEE-8D51-FECE72567E60}" destId="{12FE9DC3-B38B-44B7-92A9-67692517BD6E}" srcOrd="2" destOrd="0" parTransId="{02FF7B09-22F6-493F-83BB-EC915F74C09B}" sibTransId="{8D0A7982-2C00-4F0C-B956-F869524B8044}"/>
    <dgm:cxn modelId="{CFE3AD9D-3164-4447-B1CC-DA7C520377E9}" type="presParOf" srcId="{5D201E30-A791-4E1B-AF4F-318D3D36E023}" destId="{4BD0526A-0936-443D-AA3F-5E93617329B4}" srcOrd="0" destOrd="0" presId="urn:microsoft.com/office/officeart/2018/2/layout/IconLabelList"/>
    <dgm:cxn modelId="{67E36682-D475-40E0-BC3D-0359244F24E5}" type="presParOf" srcId="{4BD0526A-0936-443D-AA3F-5E93617329B4}" destId="{C2C97966-DE8D-4DC4-B6E4-7BD417FF996F}" srcOrd="0" destOrd="0" presId="urn:microsoft.com/office/officeart/2018/2/layout/IconLabelList"/>
    <dgm:cxn modelId="{E77476ED-9060-436E-ADA4-5C36DC2B1902}" type="presParOf" srcId="{4BD0526A-0936-443D-AA3F-5E93617329B4}" destId="{936E4973-9884-44DC-90BF-8C85C1C3F04E}" srcOrd="1" destOrd="0" presId="urn:microsoft.com/office/officeart/2018/2/layout/IconLabelList"/>
    <dgm:cxn modelId="{3DA93719-C773-4231-90D0-15BF7D058027}" type="presParOf" srcId="{4BD0526A-0936-443D-AA3F-5E93617329B4}" destId="{F786B1E6-CFE2-46A0-AB5E-A8C8FACF28BE}" srcOrd="2" destOrd="0" presId="urn:microsoft.com/office/officeart/2018/2/layout/IconLabelList"/>
    <dgm:cxn modelId="{238CCD7B-C470-4943-BB12-FDE05B8BF796}" type="presParOf" srcId="{5D201E30-A791-4E1B-AF4F-318D3D36E023}" destId="{328451AE-EB7D-49DD-9D6B-24374D93A119}" srcOrd="1" destOrd="0" presId="urn:microsoft.com/office/officeart/2018/2/layout/IconLabelList"/>
    <dgm:cxn modelId="{71BCFF30-3CCE-4F8B-8BB1-1B1DA53DC149}" type="presParOf" srcId="{5D201E30-A791-4E1B-AF4F-318D3D36E023}" destId="{40DEBED5-EBA8-4D3C-89ED-3C7C69DBF543}" srcOrd="2" destOrd="0" presId="urn:microsoft.com/office/officeart/2018/2/layout/IconLabelList"/>
    <dgm:cxn modelId="{86208E2A-EB67-416D-B96F-7A0866BEB84F}" type="presParOf" srcId="{40DEBED5-EBA8-4D3C-89ED-3C7C69DBF543}" destId="{8BC62497-D3C1-405A-A671-80221584C696}" srcOrd="0" destOrd="0" presId="urn:microsoft.com/office/officeart/2018/2/layout/IconLabelList"/>
    <dgm:cxn modelId="{4CCAC4BD-5994-4E22-9C23-011BE6DDA6E5}" type="presParOf" srcId="{40DEBED5-EBA8-4D3C-89ED-3C7C69DBF543}" destId="{771B0C9D-32F2-4D62-8CF8-C3AEE93AF061}" srcOrd="1" destOrd="0" presId="urn:microsoft.com/office/officeart/2018/2/layout/IconLabelList"/>
    <dgm:cxn modelId="{55B823C8-72F0-40C8-A2F4-77D72914CFFB}" type="presParOf" srcId="{40DEBED5-EBA8-4D3C-89ED-3C7C69DBF543}" destId="{2FF304AA-7B2E-4C93-83DD-E7738C7A0640}" srcOrd="2" destOrd="0" presId="urn:microsoft.com/office/officeart/2018/2/layout/IconLabelList"/>
    <dgm:cxn modelId="{5326A11D-CC07-4348-9E92-E8B6089E5AF7}" type="presParOf" srcId="{5D201E30-A791-4E1B-AF4F-318D3D36E023}" destId="{29041736-4665-4604-8E85-894B7AF5638B}" srcOrd="3" destOrd="0" presId="urn:microsoft.com/office/officeart/2018/2/layout/IconLabelList"/>
    <dgm:cxn modelId="{580B66C2-F53A-4776-B67D-367E116048BD}" type="presParOf" srcId="{5D201E30-A791-4E1B-AF4F-318D3D36E023}" destId="{538E6512-7E9D-4A40-B8D5-3926D807B73C}" srcOrd="4" destOrd="0" presId="urn:microsoft.com/office/officeart/2018/2/layout/IconLabelList"/>
    <dgm:cxn modelId="{8262FA1A-59AB-4E91-8433-239F4E5D9421}" type="presParOf" srcId="{538E6512-7E9D-4A40-B8D5-3926D807B73C}" destId="{BCB5A16F-33C4-498C-A1FC-46C38C012DAC}" srcOrd="0" destOrd="0" presId="urn:microsoft.com/office/officeart/2018/2/layout/IconLabelList"/>
    <dgm:cxn modelId="{A113599E-D763-4B68-A43A-04FDF3984611}" type="presParOf" srcId="{538E6512-7E9D-4A40-B8D5-3926D807B73C}" destId="{EB1D740E-9096-41ED-9A45-A08C7D865FFF}" srcOrd="1" destOrd="0" presId="urn:microsoft.com/office/officeart/2018/2/layout/IconLabelList"/>
    <dgm:cxn modelId="{E7F69465-20B7-432C-BAB9-1A88F93FA3AF}" type="presParOf" srcId="{538E6512-7E9D-4A40-B8D5-3926D807B73C}" destId="{435B96C4-432C-4477-917D-46FC5418A83D}" srcOrd="2" destOrd="0" presId="urn:microsoft.com/office/officeart/2018/2/layout/IconLabelList"/>
    <dgm:cxn modelId="{4194D9C6-D41F-4002-A379-CA7B06846198}" type="presParOf" srcId="{5D201E30-A791-4E1B-AF4F-318D3D36E023}" destId="{66519102-7AAA-457B-BD37-C25102477BE2}" srcOrd="5" destOrd="0" presId="urn:microsoft.com/office/officeart/2018/2/layout/IconLabelList"/>
    <dgm:cxn modelId="{68159F5E-E12F-404F-8F8E-E3A2A5035572}" type="presParOf" srcId="{5D201E30-A791-4E1B-AF4F-318D3D36E023}" destId="{1CFC8F14-6C19-4A3F-A9D4-7EB2C8E57955}" srcOrd="6" destOrd="0" presId="urn:microsoft.com/office/officeart/2018/2/layout/IconLabelList"/>
    <dgm:cxn modelId="{1E727777-389F-49A4-954B-B36C81EFC2FE}" type="presParOf" srcId="{1CFC8F14-6C19-4A3F-A9D4-7EB2C8E57955}" destId="{49AEEE47-8E95-413C-B437-D6FBFB0677D0}" srcOrd="0" destOrd="0" presId="urn:microsoft.com/office/officeart/2018/2/layout/IconLabelList"/>
    <dgm:cxn modelId="{E17A7CDA-B4D4-42EC-A833-7FC61E00B53B}" type="presParOf" srcId="{1CFC8F14-6C19-4A3F-A9D4-7EB2C8E57955}" destId="{7E5A80DE-5200-4573-A358-EAA379E2BAB3}" srcOrd="1" destOrd="0" presId="urn:microsoft.com/office/officeart/2018/2/layout/IconLabelList"/>
    <dgm:cxn modelId="{843F1A91-36B8-47EE-978B-3C6B0A419F86}" type="presParOf" srcId="{1CFC8F14-6C19-4A3F-A9D4-7EB2C8E57955}" destId="{7AB71C8A-CA46-421B-9942-A6BDA2BC107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CC8036-779F-4CEC-84BF-0F8BF22D949C}">
      <dsp:nvSpPr>
        <dsp:cNvPr id="0" name=""/>
        <dsp:cNvSpPr/>
      </dsp:nvSpPr>
      <dsp:spPr>
        <a:xfrm>
          <a:off x="0" y="663"/>
          <a:ext cx="5842095" cy="1551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CA645-1A31-41D0-A517-6ACFFF0D4A43}">
      <dsp:nvSpPr>
        <dsp:cNvPr id="0" name=""/>
        <dsp:cNvSpPr/>
      </dsp:nvSpPr>
      <dsp:spPr>
        <a:xfrm>
          <a:off x="469311" y="349737"/>
          <a:ext cx="853293" cy="8532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81A30-A038-44EF-AF8E-F72EEFDA6896}">
      <dsp:nvSpPr>
        <dsp:cNvPr id="0" name=""/>
        <dsp:cNvSpPr/>
      </dsp:nvSpPr>
      <dsp:spPr>
        <a:xfrm>
          <a:off x="1791916" y="663"/>
          <a:ext cx="4050178" cy="1551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94" tIns="164194" rIns="164194" bIns="1641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n-lt"/>
              <a:ea typeface="+mn-ea"/>
              <a:cs typeface="+mn-cs"/>
            </a:rPr>
            <a:t>Benefits of Positive Communication </a:t>
          </a:r>
        </a:p>
      </dsp:txBody>
      <dsp:txXfrm>
        <a:off x="1791916" y="663"/>
        <a:ext cx="4050178" cy="1551442"/>
      </dsp:txXfrm>
    </dsp:sp>
    <dsp:sp modelId="{F1A9A7E5-928D-426A-BDB8-5C0271641515}">
      <dsp:nvSpPr>
        <dsp:cNvPr id="0" name=""/>
        <dsp:cNvSpPr/>
      </dsp:nvSpPr>
      <dsp:spPr>
        <a:xfrm>
          <a:off x="0" y="1939966"/>
          <a:ext cx="5842095" cy="1551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4CAE5-C7FC-416A-ACA1-7ABF3C2F5E7E}">
      <dsp:nvSpPr>
        <dsp:cNvPr id="0" name=""/>
        <dsp:cNvSpPr/>
      </dsp:nvSpPr>
      <dsp:spPr>
        <a:xfrm>
          <a:off x="469311" y="2289041"/>
          <a:ext cx="853293" cy="8532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48940-7764-4FED-8A3E-972379AEF7A7}">
      <dsp:nvSpPr>
        <dsp:cNvPr id="0" name=""/>
        <dsp:cNvSpPr/>
      </dsp:nvSpPr>
      <dsp:spPr>
        <a:xfrm>
          <a:off x="1791916" y="1939966"/>
          <a:ext cx="4050178" cy="1551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94" tIns="164194" rIns="164194" bIns="1641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n-lt"/>
              <a:ea typeface="+mn-ea"/>
              <a:cs typeface="+mn-cs"/>
            </a:rPr>
            <a:t>Establishing Positive Communication</a:t>
          </a:r>
        </a:p>
      </dsp:txBody>
      <dsp:txXfrm>
        <a:off x="1791916" y="1939966"/>
        <a:ext cx="4050178" cy="1551442"/>
      </dsp:txXfrm>
    </dsp:sp>
    <dsp:sp modelId="{E11EAD80-2FB9-4CC0-A034-D568660BE875}">
      <dsp:nvSpPr>
        <dsp:cNvPr id="0" name=""/>
        <dsp:cNvSpPr/>
      </dsp:nvSpPr>
      <dsp:spPr>
        <a:xfrm>
          <a:off x="0" y="3879270"/>
          <a:ext cx="5842095" cy="15514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32025-D5CA-4C49-9997-C69670668147}">
      <dsp:nvSpPr>
        <dsp:cNvPr id="0" name=""/>
        <dsp:cNvSpPr/>
      </dsp:nvSpPr>
      <dsp:spPr>
        <a:xfrm>
          <a:off x="469311" y="4228344"/>
          <a:ext cx="853293" cy="8532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92FEC-1567-4635-9D1F-09B638A1ED05}">
      <dsp:nvSpPr>
        <dsp:cNvPr id="0" name=""/>
        <dsp:cNvSpPr/>
      </dsp:nvSpPr>
      <dsp:spPr>
        <a:xfrm>
          <a:off x="1791916" y="3879270"/>
          <a:ext cx="4050178" cy="1551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94" tIns="164194" rIns="164194" bIns="1641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/>
              <a:ea typeface="+mn-ea"/>
              <a:cs typeface="+mn-cs"/>
            </a:rPr>
            <a:t>Effective Listening </a:t>
          </a:r>
        </a:p>
      </dsp:txBody>
      <dsp:txXfrm>
        <a:off x="1791916" y="3879270"/>
        <a:ext cx="4050178" cy="1551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97966-DE8D-4DC4-B6E4-7BD417FF996F}">
      <dsp:nvSpPr>
        <dsp:cNvPr id="0" name=""/>
        <dsp:cNvSpPr/>
      </dsp:nvSpPr>
      <dsp:spPr>
        <a:xfrm>
          <a:off x="697670" y="1742620"/>
          <a:ext cx="918390" cy="918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6B1E6-CFE2-46A0-AB5E-A8C8FACF28BE}">
      <dsp:nvSpPr>
        <dsp:cNvPr id="0" name=""/>
        <dsp:cNvSpPr/>
      </dsp:nvSpPr>
      <dsp:spPr>
        <a:xfrm>
          <a:off x="136431" y="2988052"/>
          <a:ext cx="2040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Good Questions </a:t>
          </a:r>
        </a:p>
      </dsp:txBody>
      <dsp:txXfrm>
        <a:off x="136431" y="2988052"/>
        <a:ext cx="2040868" cy="720000"/>
      </dsp:txXfrm>
    </dsp:sp>
    <dsp:sp modelId="{8BC62497-D3C1-405A-A671-80221584C696}">
      <dsp:nvSpPr>
        <dsp:cNvPr id="0" name=""/>
        <dsp:cNvSpPr/>
      </dsp:nvSpPr>
      <dsp:spPr>
        <a:xfrm>
          <a:off x="3095691" y="1742620"/>
          <a:ext cx="918390" cy="918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304AA-7B2E-4C93-83DD-E7738C7A0640}">
      <dsp:nvSpPr>
        <dsp:cNvPr id="0" name=""/>
        <dsp:cNvSpPr/>
      </dsp:nvSpPr>
      <dsp:spPr>
        <a:xfrm>
          <a:off x="2534452" y="2988052"/>
          <a:ext cx="2040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Forming Questions ( starting questions with "why")</a:t>
          </a:r>
        </a:p>
      </dsp:txBody>
      <dsp:txXfrm>
        <a:off x="2534452" y="2988052"/>
        <a:ext cx="2040868" cy="720000"/>
      </dsp:txXfrm>
    </dsp:sp>
    <dsp:sp modelId="{BCB5A16F-33C4-498C-A1FC-46C38C012DAC}">
      <dsp:nvSpPr>
        <dsp:cNvPr id="0" name=""/>
        <dsp:cNvSpPr/>
      </dsp:nvSpPr>
      <dsp:spPr>
        <a:xfrm>
          <a:off x="5493711" y="1742620"/>
          <a:ext cx="918390" cy="918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B96C4-432C-4477-917D-46FC5418A83D}">
      <dsp:nvSpPr>
        <dsp:cNvPr id="0" name=""/>
        <dsp:cNvSpPr/>
      </dsp:nvSpPr>
      <dsp:spPr>
        <a:xfrm>
          <a:off x="4932472" y="2988052"/>
          <a:ext cx="2040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Attentive Listening </a:t>
          </a:r>
        </a:p>
      </dsp:txBody>
      <dsp:txXfrm>
        <a:off x="4932472" y="2988052"/>
        <a:ext cx="2040868" cy="720000"/>
      </dsp:txXfrm>
    </dsp:sp>
    <dsp:sp modelId="{49AEEE47-8E95-413C-B437-D6FBFB0677D0}">
      <dsp:nvSpPr>
        <dsp:cNvPr id="0" name=""/>
        <dsp:cNvSpPr/>
      </dsp:nvSpPr>
      <dsp:spPr>
        <a:xfrm>
          <a:off x="7891732" y="1742620"/>
          <a:ext cx="918390" cy="918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71C8A-CA46-421B-9942-A6BDA2BC107F}">
      <dsp:nvSpPr>
        <dsp:cNvPr id="0" name=""/>
        <dsp:cNvSpPr/>
      </dsp:nvSpPr>
      <dsp:spPr>
        <a:xfrm>
          <a:off x="7330493" y="2988052"/>
          <a:ext cx="2040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Asserting Patience (Let the person speak/finish)</a:t>
          </a:r>
        </a:p>
      </dsp:txBody>
      <dsp:txXfrm>
        <a:off x="7330493" y="2988052"/>
        <a:ext cx="204086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BEEAD-A628-6846-8864-E8D3E913C07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0E2D9-EEEC-094F-930A-E798895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64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Hsbhdjjsj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E2D9-EEEC-094F-930A-E798895EDF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10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E2D9-EEEC-094F-930A-E798895EDF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09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E2D9-EEEC-094F-930A-E798895EDF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3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verydayhealth.com/stress/guide/symptom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6" y="1172662"/>
            <a:ext cx="5419493" cy="1791186"/>
          </a:xfrm>
        </p:spPr>
        <p:txBody>
          <a:bodyPr>
            <a:noAutofit/>
          </a:bodyPr>
          <a:lstStyle/>
          <a:p>
            <a:r>
              <a:rPr lang="en-US" sz="5400" b="1" dirty="0"/>
              <a:t>How to Foster </a:t>
            </a:r>
            <a:br>
              <a:rPr lang="en-US" sz="5400" b="1" dirty="0"/>
            </a:br>
            <a:r>
              <a:rPr lang="en-US" sz="5400" b="1" dirty="0"/>
              <a:t>Positive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650" y="4522697"/>
            <a:ext cx="3954854" cy="20324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/>
              <a:t>Rizwan Anver</a:t>
            </a:r>
          </a:p>
          <a:p>
            <a:r>
              <a:rPr lang="en-US" sz="2800" dirty="0"/>
              <a:t>Jubal Johnson</a:t>
            </a:r>
          </a:p>
          <a:p>
            <a:r>
              <a:rPr lang="en-US" sz="2800" dirty="0"/>
              <a:t>Jomon Joy</a:t>
            </a: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85F2BCB4-C8EE-6484-3DF4-99224362F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3A7E003E-EE76-4207-A774-A645C37F1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88DDE-D965-25B9-36C1-960B648A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962400" cy="5431376"/>
          </a:xfrm>
        </p:spPr>
        <p:txBody>
          <a:bodyPr>
            <a:normAutofit/>
          </a:bodyPr>
          <a:lstStyle/>
          <a:p>
            <a:r>
              <a:rPr lang="en-US" sz="5400" b="1" dirty="0"/>
              <a:t>Table of Contents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51F23496-821D-076D-F264-863ACE1D5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87962"/>
              </p:ext>
            </p:extLst>
          </p:nvPr>
        </p:nvGraphicFramePr>
        <p:xfrm>
          <a:off x="5511704" y="713313"/>
          <a:ext cx="5842095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575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87AFE0E-B37D-4531-AFE8-231C8348E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2387F-5C2B-750D-6F94-FB646C8B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 Benefits of Positive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61785-3EE3-9375-38B3-990F423BC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13625"/>
            <a:ext cx="4614759" cy="416333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Strengthens relationships </a:t>
            </a:r>
          </a:p>
          <a:p>
            <a:r>
              <a:rPr lang="en-US" sz="2400" dirty="0"/>
              <a:t>Supports emotional well-being</a:t>
            </a:r>
          </a:p>
          <a:p>
            <a:r>
              <a:rPr lang="en-US" sz="2400" dirty="0"/>
              <a:t>Reduces physical stress</a:t>
            </a:r>
          </a:p>
          <a:p>
            <a:r>
              <a:rPr lang="en-US" sz="2400" dirty="0"/>
              <a:t>Supports career growth</a:t>
            </a:r>
          </a:p>
          <a:p>
            <a:r>
              <a:rPr lang="en-US" sz="2400" dirty="0"/>
              <a:t>Improves Intellectual development</a:t>
            </a:r>
          </a:p>
          <a:p>
            <a:r>
              <a:rPr lang="en-US" sz="2400" dirty="0"/>
              <a:t>Promotes cultural understanding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FD719-7C28-86EB-64F9-A65E3A3B8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2" r="18522" b="2"/>
          <a:stretch>
            <a:fillRect/>
          </a:stretch>
        </p:blipFill>
        <p:spPr>
          <a:xfrm>
            <a:off x="6101338" y="2015168"/>
            <a:ext cx="5283866" cy="4210442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8065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E77AA-A643-4B36-FC0E-4DD1F17FA1C1}"/>
              </a:ext>
            </a:extLst>
          </p:cNvPr>
          <p:cNvSpPr txBox="1"/>
          <p:nvPr/>
        </p:nvSpPr>
        <p:spPr>
          <a:xfrm>
            <a:off x="6892119" y="891540"/>
            <a:ext cx="4589493" cy="157830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</a:rPr>
              <a:t>         Relational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</a:rPr>
              <a:t>         Well-being</a:t>
            </a:r>
          </a:p>
        </p:txBody>
      </p:sp>
      <p:pic>
        <p:nvPicPr>
          <p:cNvPr id="79" name="Picture 78" descr="Top shot of a representation of networks with stick figures.">
            <a:extLst>
              <a:ext uri="{FF2B5EF4-FFF2-40B4-BE49-F238E27FC236}">
                <a16:creationId xmlns:a16="http://schemas.microsoft.com/office/drawing/2014/main" id="{40C4CB1C-97AE-77CC-4345-EB92CDCE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9" r="4957"/>
          <a:stretch>
            <a:fillRect/>
          </a:stretch>
        </p:blipFill>
        <p:spPr>
          <a:xfrm>
            <a:off x="1" y="10"/>
            <a:ext cx="6832674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53AEB6A-8291-3E90-F0FC-B17D1AE39199}"/>
              </a:ext>
            </a:extLst>
          </p:cNvPr>
          <p:cNvSpPr txBox="1"/>
          <p:nvPr/>
        </p:nvSpPr>
        <p:spPr>
          <a:xfrm>
            <a:off x="6892119" y="2630161"/>
            <a:ext cx="4589491" cy="33324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Communication = good relations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Relationships connect humans together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605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6394C-9A57-93DF-F302-3CB56E5C3582}"/>
              </a:ext>
            </a:extLst>
          </p:cNvPr>
          <p:cNvSpPr txBox="1"/>
          <p:nvPr/>
        </p:nvSpPr>
        <p:spPr>
          <a:xfrm>
            <a:off x="6892119" y="891540"/>
            <a:ext cx="4589493" cy="1578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Emotional &amp; Physical Well-being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834630-6EFA-2337-C488-DC2C4C750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536"/>
          <a:stretch>
            <a:fillRect/>
          </a:stretch>
        </p:blipFill>
        <p:spPr>
          <a:xfrm>
            <a:off x="-50299" y="0"/>
            <a:ext cx="7237679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63581A-9E37-A38D-29C0-F928BFB10C69}"/>
              </a:ext>
            </a:extLst>
          </p:cNvPr>
          <p:cNvSpPr txBox="1"/>
          <p:nvPr/>
        </p:nvSpPr>
        <p:spPr>
          <a:xfrm>
            <a:off x="6892119" y="2630161"/>
            <a:ext cx="4589491" cy="3332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Expressing emotions 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Relieving mental stress 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Addressing Physical Stress Symptoms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E29E3-6325-0075-A648-6BB903045093}"/>
              </a:ext>
            </a:extLst>
          </p:cNvPr>
          <p:cNvSpPr txBox="1"/>
          <p:nvPr/>
        </p:nvSpPr>
        <p:spPr>
          <a:xfrm>
            <a:off x="11615057" y="6164375"/>
            <a:ext cx="683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A" sz="2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34585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7FAE1-6250-934B-C1BE-F8FA9D8783E1}"/>
              </a:ext>
            </a:extLst>
          </p:cNvPr>
          <p:cNvSpPr txBox="1"/>
          <p:nvPr/>
        </p:nvSpPr>
        <p:spPr>
          <a:xfrm>
            <a:off x="839514" y="-494094"/>
            <a:ext cx="5801917" cy="2228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Career &amp; Intellectual Well-being</a:t>
            </a:r>
          </a:p>
        </p:txBody>
      </p:sp>
      <p:pic>
        <p:nvPicPr>
          <p:cNvPr id="53" name="Graphic 52" descr="Head with Gears">
            <a:extLst>
              <a:ext uri="{FF2B5EF4-FFF2-40B4-BE49-F238E27FC236}">
                <a16:creationId xmlns:a16="http://schemas.microsoft.com/office/drawing/2014/main" id="{359EB6AC-D0A5-87E2-07B7-9A5CF815E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DA675B-6134-FCDC-0C5F-0706CA546D72}"/>
              </a:ext>
            </a:extLst>
          </p:cNvPr>
          <p:cNvSpPr txBox="1"/>
          <p:nvPr/>
        </p:nvSpPr>
        <p:spPr>
          <a:xfrm>
            <a:off x="2113950" y="2652994"/>
            <a:ext cx="6873240" cy="353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Boosts interview skills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Enhances career growth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Encourages discussions 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Develops strong EQ(Emotional Quotient)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5" name="Graphic 54" descr="Head with Gears">
            <a:extLst>
              <a:ext uri="{FF2B5EF4-FFF2-40B4-BE49-F238E27FC236}">
                <a16:creationId xmlns:a16="http://schemas.microsoft.com/office/drawing/2014/main" id="{106A9838-9544-45DA-8CB5-AE4F25457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7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71C97D-471E-59C7-00BE-371D9D06F8B9}"/>
              </a:ext>
            </a:extLst>
          </p:cNvPr>
          <p:cNvSpPr txBox="1"/>
          <p:nvPr/>
        </p:nvSpPr>
        <p:spPr>
          <a:xfrm>
            <a:off x="838201" y="365125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Cultural Well-being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F02ED-29E4-3C2F-23B6-4F26C77524C7}"/>
              </a:ext>
            </a:extLst>
          </p:cNvPr>
          <p:cNvSpPr txBox="1"/>
          <p:nvPr/>
        </p:nvSpPr>
        <p:spPr>
          <a:xfrm>
            <a:off x="838200" y="2333297"/>
            <a:ext cx="5257800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ability to converse diversly 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Helps create unity</a:t>
            </a:r>
          </a:p>
        </p:txBody>
      </p:sp>
      <p:pic>
        <p:nvPicPr>
          <p:cNvPr id="6" name="Picture 5" descr="Colorful carved figures of humans">
            <a:extLst>
              <a:ext uri="{FF2B5EF4-FFF2-40B4-BE49-F238E27FC236}">
                <a16:creationId xmlns:a16="http://schemas.microsoft.com/office/drawing/2014/main" id="{A17165CA-76F6-3E19-7F5A-9FA84ABD0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25" r="19025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031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471AB-F28F-CD1B-7B52-7F07DCF5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Establishing Positive Communication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311166B-1AB3-8786-AC51-99908155A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416" y="2473053"/>
            <a:ext cx="8276026" cy="33200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Language (profanity, articulation etc..)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Body Language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Tone 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of specific terminology (Race, gender, politics)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Being proactive (Openly communication, regardless of feelings)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14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7C65-4DE9-D514-90A2-6A26A2F6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29" y="353202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Effective Listening 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03D7E0F-5129-9861-9331-155285875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5409907"/>
              </p:ext>
            </p:extLst>
          </p:nvPr>
        </p:nvGraphicFramePr>
        <p:xfrm>
          <a:off x="0" y="1481069"/>
          <a:ext cx="9507794" cy="5450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0DC7796A-A353-5C07-6241-EC76BBFDE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1979" y="353202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Red toy person in front of two lines of white figures">
            <a:extLst>
              <a:ext uri="{FF2B5EF4-FFF2-40B4-BE49-F238E27FC236}">
                <a16:creationId xmlns:a16="http://schemas.microsoft.com/office/drawing/2014/main" id="{864B112F-C675-B9AA-C541-96273E76B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93" r="2213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4738F-AFBE-09D8-6E0F-D242FA2BE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r>
              <a:rPr lang="en-US" sz="4000" dirty="0"/>
              <a:t> 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E10286AD-0892-6076-EA1C-9ADE499EC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Communication morphs  (relationships)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Benefits of Communication</a:t>
            </a:r>
          </a:p>
          <a:p>
            <a:endParaRPr lang="en-US" sz="2400" dirty="0"/>
          </a:p>
          <a:p>
            <a:r>
              <a:rPr lang="en-US" sz="2400" dirty="0"/>
              <a:t>Reflective listening (huge role)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066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5914-EB51-D91F-FD13-9D1040B7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CA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15A3E-662B-106D-ED0A-8CFE871DC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825625"/>
            <a:ext cx="11527972" cy="4351338"/>
          </a:xfrm>
        </p:spPr>
        <p:txBody>
          <a:bodyPr>
            <a:normAutofit/>
          </a:bodyPr>
          <a:lstStyle/>
          <a:p>
            <a:r>
              <a:rPr lang="en-CA" sz="2400" dirty="0"/>
              <a:t>[1]  P. Derrow, “The Most Common Symptoms of Stress, and how They Affect You in the Short and Long Term,” Everyday Health, Mar. 4, 2024. [Online]. Available: </a:t>
            </a:r>
            <a:r>
              <a:rPr lang="en-US" sz="2400" dirty="0">
                <a:hlinkClick r:id="rId2"/>
              </a:rPr>
              <a:t>The Most Common Symptoms of Stress</a:t>
            </a:r>
            <a:r>
              <a:rPr lang="en-US" sz="2400" dirty="0"/>
              <a:t>. March 4, 2024 [Mar. 9, 2026].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58591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</TotalTime>
  <Words>241</Words>
  <Application>Microsoft Office PowerPoint</Application>
  <PresentationFormat>Widescreen</PresentationFormat>
  <Paragraphs>62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How to Foster  Positive Communication</vt:lpstr>
      <vt:lpstr>Table of Contents</vt:lpstr>
      <vt:lpstr> Benefits of Positive Communication</vt:lpstr>
      <vt:lpstr>PowerPoint Presentation</vt:lpstr>
      <vt:lpstr>PowerPoint Presentation</vt:lpstr>
      <vt:lpstr>PowerPoint Presentation</vt:lpstr>
      <vt:lpstr>PowerPoint Presentation</vt:lpstr>
      <vt:lpstr>Establishing Positive Communication</vt:lpstr>
      <vt:lpstr>Effective Listening </vt:lpstr>
      <vt:lpstr>Conclusion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Rizwan Anver [Student]</cp:lastModifiedBy>
  <cp:revision>8</cp:revision>
  <dcterms:created xsi:type="dcterms:W3CDTF">2026-03-03T14:01:10Z</dcterms:created>
  <dcterms:modified xsi:type="dcterms:W3CDTF">2026-03-09T16:54:12Z</dcterms:modified>
</cp:coreProperties>
</file>