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66" r:id="rId3"/>
    <p:sldId id="257" r:id="rId4"/>
    <p:sldId id="265" r:id="rId5"/>
    <p:sldId id="259" r:id="rId6"/>
    <p:sldId id="260" r:id="rId7"/>
    <p:sldId id="270" r:id="rId8"/>
    <p:sldId id="258" r:id="rId9"/>
    <p:sldId id="262" r:id="rId10"/>
    <p:sldId id="263" r:id="rId11"/>
    <p:sldId id="268" r:id="rId12"/>
    <p:sldId id="267" r:id="rId13"/>
    <p:sldId id="271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6B2F96-B67F-4633-A943-D2F2D6791605}" v="486" dt="2026-04-13T23:44:30.132"/>
    <p1510:client id="{89F3F3A4-11A5-4CDD-B099-7126DBF0DC36}" v="179" dt="2026-04-13T23:39:32.191"/>
    <p1510:client id="{92659C45-7698-89CA-2BFB-929814DF7F74}" v="53" dt="2026-04-13T23:07:04.082"/>
    <p1510:client id="{B5F89044-D2A9-44A5-81EF-970A508E6EC0}" v="67" dt="2026-04-13T23:49:41.729"/>
    <p1510:client id="{C232CA4A-9FC8-47D2-852C-5EA317C6E85A}" v="15" dt="2026-04-13T22:18:36.5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02E8BC-73D8-47FE-B825-F33700FA6FCE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3D436115-82B3-4E47-AFA2-CAD6FB29012F}">
      <dgm:prSet phldrT="[Text]" phldr="0"/>
      <dgm:spPr/>
      <dgm:t>
        <a:bodyPr/>
        <a:lstStyle/>
        <a:p>
          <a:pPr rtl="0"/>
          <a:r>
            <a:rPr lang="en-CA">
              <a:latin typeface="Aptos Display" panose="020F0302020204030204"/>
            </a:rPr>
            <a:t>Rule-Based</a:t>
          </a:r>
          <a:endParaRPr lang="en-CA"/>
        </a:p>
      </dgm:t>
    </dgm:pt>
    <dgm:pt modelId="{C4044E77-B8F6-42D4-8F6E-E1C34523FD5C}" type="parTrans" cxnId="{8FA24852-9092-4D1B-9CC8-E9FAC77F8567}">
      <dgm:prSet/>
      <dgm:spPr/>
      <dgm:t>
        <a:bodyPr/>
        <a:lstStyle/>
        <a:p>
          <a:endParaRPr lang="en-CA"/>
        </a:p>
      </dgm:t>
    </dgm:pt>
    <dgm:pt modelId="{1F27EA02-BC92-4525-B765-0691E5BE791E}" type="sibTrans" cxnId="{8FA24852-9092-4D1B-9CC8-E9FAC77F8567}">
      <dgm:prSet/>
      <dgm:spPr/>
      <dgm:t>
        <a:bodyPr/>
        <a:lstStyle/>
        <a:p>
          <a:endParaRPr lang="en-CA"/>
        </a:p>
      </dgm:t>
    </dgm:pt>
    <dgm:pt modelId="{AA354910-C41A-4174-B762-74F0A26EEE7C}">
      <dgm:prSet phldrT="[Text]" phldr="0"/>
      <dgm:spPr/>
      <dgm:t>
        <a:bodyPr/>
        <a:lstStyle/>
        <a:p>
          <a:r>
            <a:rPr lang="en-CA"/>
            <a:t>Scripted</a:t>
          </a:r>
        </a:p>
      </dgm:t>
    </dgm:pt>
    <dgm:pt modelId="{AA0FC57D-7CEE-4752-8AAF-2011BB9C1291}" type="parTrans" cxnId="{38CF9D50-A4A0-44D3-9855-9A64636EE22F}">
      <dgm:prSet/>
      <dgm:spPr/>
      <dgm:t>
        <a:bodyPr/>
        <a:lstStyle/>
        <a:p>
          <a:endParaRPr lang="en-CA"/>
        </a:p>
      </dgm:t>
    </dgm:pt>
    <dgm:pt modelId="{CA1164ED-2710-4650-8B98-A5DB4B29024E}" type="sibTrans" cxnId="{38CF9D50-A4A0-44D3-9855-9A64636EE22F}">
      <dgm:prSet/>
      <dgm:spPr/>
      <dgm:t>
        <a:bodyPr/>
        <a:lstStyle/>
        <a:p>
          <a:endParaRPr lang="en-CA"/>
        </a:p>
      </dgm:t>
    </dgm:pt>
    <dgm:pt modelId="{C252756E-A260-4B83-A8C6-BFF44F7C45A2}">
      <dgm:prSet phldrT="[Text]" phldr="0"/>
      <dgm:spPr/>
      <dgm:t>
        <a:bodyPr/>
        <a:lstStyle/>
        <a:p>
          <a:r>
            <a:rPr lang="en-CA"/>
            <a:t>ML-Based</a:t>
          </a:r>
        </a:p>
      </dgm:t>
    </dgm:pt>
    <dgm:pt modelId="{39B8DDDC-8862-49F1-BBD5-06EAC162FB4D}" type="parTrans" cxnId="{5E45456E-4460-4BE3-B1A4-97277B414093}">
      <dgm:prSet/>
      <dgm:spPr/>
      <dgm:t>
        <a:bodyPr/>
        <a:lstStyle/>
        <a:p>
          <a:endParaRPr lang="en-CA"/>
        </a:p>
      </dgm:t>
    </dgm:pt>
    <dgm:pt modelId="{1FFDCA2C-C541-4A8D-81F3-541432182A7A}" type="sibTrans" cxnId="{5E45456E-4460-4BE3-B1A4-97277B414093}">
      <dgm:prSet/>
      <dgm:spPr/>
      <dgm:t>
        <a:bodyPr/>
        <a:lstStyle/>
        <a:p>
          <a:endParaRPr lang="en-CA"/>
        </a:p>
      </dgm:t>
    </dgm:pt>
    <dgm:pt modelId="{91C01D1C-D3D3-4BE0-BD0B-62EEBB1B6A26}">
      <dgm:prSet/>
      <dgm:spPr/>
      <dgm:t>
        <a:bodyPr/>
        <a:lstStyle/>
        <a:p>
          <a:r>
            <a:rPr lang="en-CA"/>
            <a:t>Agent-Based</a:t>
          </a:r>
        </a:p>
      </dgm:t>
    </dgm:pt>
    <dgm:pt modelId="{C20D7AAF-D296-4B8C-8DC2-C475E6672751}" type="parTrans" cxnId="{4D9CFFFE-3069-4A06-A4D3-6F86421AC98A}">
      <dgm:prSet/>
      <dgm:spPr/>
      <dgm:t>
        <a:bodyPr/>
        <a:lstStyle/>
        <a:p>
          <a:endParaRPr lang="en-CA"/>
        </a:p>
      </dgm:t>
    </dgm:pt>
    <dgm:pt modelId="{51D18D1A-7805-496D-A392-1301C4407A3A}" type="sibTrans" cxnId="{4D9CFFFE-3069-4A06-A4D3-6F86421AC98A}">
      <dgm:prSet/>
      <dgm:spPr/>
      <dgm:t>
        <a:bodyPr/>
        <a:lstStyle/>
        <a:p>
          <a:endParaRPr lang="en-CA"/>
        </a:p>
      </dgm:t>
    </dgm:pt>
    <dgm:pt modelId="{88557EAA-C654-4A98-A720-776AD1F8292A}" type="pres">
      <dgm:prSet presAssocID="{3902E8BC-73D8-47FE-B825-F33700FA6FCE}" presName="CompostProcess" presStyleCnt="0">
        <dgm:presLayoutVars>
          <dgm:dir/>
          <dgm:resizeHandles val="exact"/>
        </dgm:presLayoutVars>
      </dgm:prSet>
      <dgm:spPr/>
    </dgm:pt>
    <dgm:pt modelId="{22BF3C92-0B98-483C-ABD0-8712ED77BA80}" type="pres">
      <dgm:prSet presAssocID="{3902E8BC-73D8-47FE-B825-F33700FA6FCE}" presName="arrow" presStyleLbl="bgShp" presStyleIdx="0" presStyleCnt="1"/>
      <dgm:spPr/>
    </dgm:pt>
    <dgm:pt modelId="{F69612C9-B96E-4FAC-82AE-A5A84811FFB9}" type="pres">
      <dgm:prSet presAssocID="{3902E8BC-73D8-47FE-B825-F33700FA6FCE}" presName="linearProcess" presStyleCnt="0"/>
      <dgm:spPr/>
    </dgm:pt>
    <dgm:pt modelId="{5D7E3C75-D77A-454C-8021-3E5E57FDF586}" type="pres">
      <dgm:prSet presAssocID="{3D436115-82B3-4E47-AFA2-CAD6FB29012F}" presName="textNode" presStyleLbl="node1" presStyleIdx="0" presStyleCnt="4">
        <dgm:presLayoutVars>
          <dgm:bulletEnabled val="1"/>
        </dgm:presLayoutVars>
      </dgm:prSet>
      <dgm:spPr/>
    </dgm:pt>
    <dgm:pt modelId="{1F2B4FDB-631C-41CA-94C3-A89EEF19ACB9}" type="pres">
      <dgm:prSet presAssocID="{1F27EA02-BC92-4525-B765-0691E5BE791E}" presName="sibTrans" presStyleCnt="0"/>
      <dgm:spPr/>
    </dgm:pt>
    <dgm:pt modelId="{A6C671AD-766A-41C4-81EA-039A6214689E}" type="pres">
      <dgm:prSet presAssocID="{AA354910-C41A-4174-B762-74F0A26EEE7C}" presName="textNode" presStyleLbl="node1" presStyleIdx="1" presStyleCnt="4">
        <dgm:presLayoutVars>
          <dgm:bulletEnabled val="1"/>
        </dgm:presLayoutVars>
      </dgm:prSet>
      <dgm:spPr/>
    </dgm:pt>
    <dgm:pt modelId="{F719D191-E321-4E8E-BA30-B2FDF73588ED}" type="pres">
      <dgm:prSet presAssocID="{CA1164ED-2710-4650-8B98-A5DB4B29024E}" presName="sibTrans" presStyleCnt="0"/>
      <dgm:spPr/>
    </dgm:pt>
    <dgm:pt modelId="{63D5807C-3398-4C20-958F-CE8A9C9F02E1}" type="pres">
      <dgm:prSet presAssocID="{C252756E-A260-4B83-A8C6-BFF44F7C45A2}" presName="textNode" presStyleLbl="node1" presStyleIdx="2" presStyleCnt="4">
        <dgm:presLayoutVars>
          <dgm:bulletEnabled val="1"/>
        </dgm:presLayoutVars>
      </dgm:prSet>
      <dgm:spPr/>
    </dgm:pt>
    <dgm:pt modelId="{1F81361A-50D4-43BF-8EA3-386518C6C7B7}" type="pres">
      <dgm:prSet presAssocID="{1FFDCA2C-C541-4A8D-81F3-541432182A7A}" presName="sibTrans" presStyleCnt="0"/>
      <dgm:spPr/>
    </dgm:pt>
    <dgm:pt modelId="{0803A5A7-7E54-460F-97EF-A5040DF1DAE0}" type="pres">
      <dgm:prSet presAssocID="{91C01D1C-D3D3-4BE0-BD0B-62EEBB1B6A26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91FF4C05-0887-4FB4-AFCD-DDB8D06547DB}" type="presOf" srcId="{AA354910-C41A-4174-B762-74F0A26EEE7C}" destId="{A6C671AD-766A-41C4-81EA-039A6214689E}" srcOrd="0" destOrd="0" presId="urn:microsoft.com/office/officeart/2005/8/layout/hProcess9"/>
    <dgm:cxn modelId="{EA77F817-572F-411B-AD54-7B13F3E8B2B1}" type="presOf" srcId="{3902E8BC-73D8-47FE-B825-F33700FA6FCE}" destId="{88557EAA-C654-4A98-A720-776AD1F8292A}" srcOrd="0" destOrd="0" presId="urn:microsoft.com/office/officeart/2005/8/layout/hProcess9"/>
    <dgm:cxn modelId="{5E45456E-4460-4BE3-B1A4-97277B414093}" srcId="{3902E8BC-73D8-47FE-B825-F33700FA6FCE}" destId="{C252756E-A260-4B83-A8C6-BFF44F7C45A2}" srcOrd="2" destOrd="0" parTransId="{39B8DDDC-8862-49F1-BBD5-06EAC162FB4D}" sibTransId="{1FFDCA2C-C541-4A8D-81F3-541432182A7A}"/>
    <dgm:cxn modelId="{38CF9D50-A4A0-44D3-9855-9A64636EE22F}" srcId="{3902E8BC-73D8-47FE-B825-F33700FA6FCE}" destId="{AA354910-C41A-4174-B762-74F0A26EEE7C}" srcOrd="1" destOrd="0" parTransId="{AA0FC57D-7CEE-4752-8AAF-2011BB9C1291}" sibTransId="{CA1164ED-2710-4650-8B98-A5DB4B29024E}"/>
    <dgm:cxn modelId="{84B90452-B213-406F-881E-6A87F1708B6A}" type="presOf" srcId="{C252756E-A260-4B83-A8C6-BFF44F7C45A2}" destId="{63D5807C-3398-4C20-958F-CE8A9C9F02E1}" srcOrd="0" destOrd="0" presId="urn:microsoft.com/office/officeart/2005/8/layout/hProcess9"/>
    <dgm:cxn modelId="{8FA24852-9092-4D1B-9CC8-E9FAC77F8567}" srcId="{3902E8BC-73D8-47FE-B825-F33700FA6FCE}" destId="{3D436115-82B3-4E47-AFA2-CAD6FB29012F}" srcOrd="0" destOrd="0" parTransId="{C4044E77-B8F6-42D4-8F6E-E1C34523FD5C}" sibTransId="{1F27EA02-BC92-4525-B765-0691E5BE791E}"/>
    <dgm:cxn modelId="{C4B0E798-DDB9-471A-B10B-6E5D3A8C057A}" type="presOf" srcId="{3D436115-82B3-4E47-AFA2-CAD6FB29012F}" destId="{5D7E3C75-D77A-454C-8021-3E5E57FDF586}" srcOrd="0" destOrd="0" presId="urn:microsoft.com/office/officeart/2005/8/layout/hProcess9"/>
    <dgm:cxn modelId="{31247BD5-C7BD-4443-BA3B-0BB96195F9B9}" type="presOf" srcId="{91C01D1C-D3D3-4BE0-BD0B-62EEBB1B6A26}" destId="{0803A5A7-7E54-460F-97EF-A5040DF1DAE0}" srcOrd="0" destOrd="0" presId="urn:microsoft.com/office/officeart/2005/8/layout/hProcess9"/>
    <dgm:cxn modelId="{4D9CFFFE-3069-4A06-A4D3-6F86421AC98A}" srcId="{3902E8BC-73D8-47FE-B825-F33700FA6FCE}" destId="{91C01D1C-D3D3-4BE0-BD0B-62EEBB1B6A26}" srcOrd="3" destOrd="0" parTransId="{C20D7AAF-D296-4B8C-8DC2-C475E6672751}" sibTransId="{51D18D1A-7805-496D-A392-1301C4407A3A}"/>
    <dgm:cxn modelId="{7300B5D4-A15D-4257-A119-0FA2E7B91459}" type="presParOf" srcId="{88557EAA-C654-4A98-A720-776AD1F8292A}" destId="{22BF3C92-0B98-483C-ABD0-8712ED77BA80}" srcOrd="0" destOrd="0" presId="urn:microsoft.com/office/officeart/2005/8/layout/hProcess9"/>
    <dgm:cxn modelId="{4C02099A-EE2B-44CD-B3D2-D80EE1C5B752}" type="presParOf" srcId="{88557EAA-C654-4A98-A720-776AD1F8292A}" destId="{F69612C9-B96E-4FAC-82AE-A5A84811FFB9}" srcOrd="1" destOrd="0" presId="urn:microsoft.com/office/officeart/2005/8/layout/hProcess9"/>
    <dgm:cxn modelId="{53BA8C11-BD95-482A-8D2D-F02D6BC9C41F}" type="presParOf" srcId="{F69612C9-B96E-4FAC-82AE-A5A84811FFB9}" destId="{5D7E3C75-D77A-454C-8021-3E5E57FDF586}" srcOrd="0" destOrd="0" presId="urn:microsoft.com/office/officeart/2005/8/layout/hProcess9"/>
    <dgm:cxn modelId="{DEA589E7-D7A2-4F9A-9C4F-2EF042551B32}" type="presParOf" srcId="{F69612C9-B96E-4FAC-82AE-A5A84811FFB9}" destId="{1F2B4FDB-631C-41CA-94C3-A89EEF19ACB9}" srcOrd="1" destOrd="0" presId="urn:microsoft.com/office/officeart/2005/8/layout/hProcess9"/>
    <dgm:cxn modelId="{DFB3112D-5B54-4E15-86EB-FDD7F76ADE3C}" type="presParOf" srcId="{F69612C9-B96E-4FAC-82AE-A5A84811FFB9}" destId="{A6C671AD-766A-41C4-81EA-039A6214689E}" srcOrd="2" destOrd="0" presId="urn:microsoft.com/office/officeart/2005/8/layout/hProcess9"/>
    <dgm:cxn modelId="{AE361627-CBAF-4C50-981A-C6BC5A478CA6}" type="presParOf" srcId="{F69612C9-B96E-4FAC-82AE-A5A84811FFB9}" destId="{F719D191-E321-4E8E-BA30-B2FDF73588ED}" srcOrd="3" destOrd="0" presId="urn:microsoft.com/office/officeart/2005/8/layout/hProcess9"/>
    <dgm:cxn modelId="{7EF75C0A-E57C-43BF-8984-FA8CF48E7751}" type="presParOf" srcId="{F69612C9-B96E-4FAC-82AE-A5A84811FFB9}" destId="{63D5807C-3398-4C20-958F-CE8A9C9F02E1}" srcOrd="4" destOrd="0" presId="urn:microsoft.com/office/officeart/2005/8/layout/hProcess9"/>
    <dgm:cxn modelId="{64BC18A4-2462-441B-A17B-40198D917546}" type="presParOf" srcId="{F69612C9-B96E-4FAC-82AE-A5A84811FFB9}" destId="{1F81361A-50D4-43BF-8EA3-386518C6C7B7}" srcOrd="5" destOrd="0" presId="urn:microsoft.com/office/officeart/2005/8/layout/hProcess9"/>
    <dgm:cxn modelId="{87661B5D-09E4-4B40-B099-B8D803E775D9}" type="presParOf" srcId="{F69612C9-B96E-4FAC-82AE-A5A84811FFB9}" destId="{0803A5A7-7E54-460F-97EF-A5040DF1DAE0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1ED4B3-E9DA-43DC-8F4C-9589D92AF32E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34C516F-8D69-48BC-B39D-D58BFA22C8B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200"/>
            <a:t>Simple Attack patterns (explored only)</a:t>
          </a:r>
        </a:p>
      </dgm:t>
    </dgm:pt>
    <dgm:pt modelId="{E18F67A5-58E0-48F3-95C7-DF4A6C03D541}" type="parTrans" cxnId="{723D01C2-69C6-4D16-9FC9-AC7642C134E1}">
      <dgm:prSet/>
      <dgm:spPr/>
      <dgm:t>
        <a:bodyPr/>
        <a:lstStyle/>
        <a:p>
          <a:endParaRPr lang="en-US"/>
        </a:p>
      </dgm:t>
    </dgm:pt>
    <dgm:pt modelId="{1949AE7A-FF07-40A5-B036-6021F62D7964}" type="sibTrans" cxnId="{723D01C2-69C6-4D16-9FC9-AC7642C134E1}">
      <dgm:prSet/>
      <dgm:spPr/>
      <dgm:t>
        <a:bodyPr/>
        <a:lstStyle/>
        <a:p>
          <a:endParaRPr lang="en-US"/>
        </a:p>
      </dgm:t>
    </dgm:pt>
    <dgm:pt modelId="{5BF39FD3-22DB-4EE2-AA02-224A3CD9A81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200"/>
            <a:t>Multi-stage interactions (not explored)</a:t>
          </a:r>
        </a:p>
      </dgm:t>
    </dgm:pt>
    <dgm:pt modelId="{F0F7DDEC-48CC-4221-9A65-1495DF78FBDB}" type="parTrans" cxnId="{2D4D26EC-3873-41D5-9EB7-5510F109DAA5}">
      <dgm:prSet/>
      <dgm:spPr/>
      <dgm:t>
        <a:bodyPr/>
        <a:lstStyle/>
        <a:p>
          <a:endParaRPr lang="en-US"/>
        </a:p>
      </dgm:t>
    </dgm:pt>
    <dgm:pt modelId="{318579E4-78A1-4056-BF5C-44DAFEFD3F2A}" type="sibTrans" cxnId="{2D4D26EC-3873-41D5-9EB7-5510F109DAA5}">
      <dgm:prSet/>
      <dgm:spPr/>
      <dgm:t>
        <a:bodyPr/>
        <a:lstStyle/>
        <a:p>
          <a:endParaRPr lang="en-US"/>
        </a:p>
      </dgm:t>
    </dgm:pt>
    <dgm:pt modelId="{0A984A4B-A1CC-4118-8792-4D0A9FC68FF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200"/>
            <a:t>Long and Realistic Scenarios (struggle)</a:t>
          </a:r>
        </a:p>
      </dgm:t>
    </dgm:pt>
    <dgm:pt modelId="{C1AF1B92-A580-4181-8846-D847FBD42312}" type="parTrans" cxnId="{1858C0F6-722E-40C0-A696-303BC4211F25}">
      <dgm:prSet/>
      <dgm:spPr/>
      <dgm:t>
        <a:bodyPr/>
        <a:lstStyle/>
        <a:p>
          <a:endParaRPr lang="en-US"/>
        </a:p>
      </dgm:t>
    </dgm:pt>
    <dgm:pt modelId="{4587B431-E43F-41CC-B488-548C860E30C3}" type="sibTrans" cxnId="{1858C0F6-722E-40C0-A696-303BC4211F25}">
      <dgm:prSet/>
      <dgm:spPr/>
      <dgm:t>
        <a:bodyPr/>
        <a:lstStyle/>
        <a:p>
          <a:endParaRPr lang="en-US"/>
        </a:p>
      </dgm:t>
    </dgm:pt>
    <dgm:pt modelId="{AD191684-7B53-4C11-A420-B956112C7A9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200"/>
            <a:t>Goal: More Opportunities for Cyber Security Environment</a:t>
          </a:r>
        </a:p>
      </dgm:t>
    </dgm:pt>
    <dgm:pt modelId="{DF43C1D3-56BD-4F9C-B911-9BD440A79483}" type="parTrans" cxnId="{7FF97E98-863B-47B7-A2B7-3683984ADC14}">
      <dgm:prSet/>
      <dgm:spPr/>
      <dgm:t>
        <a:bodyPr/>
        <a:lstStyle/>
        <a:p>
          <a:endParaRPr lang="en-US"/>
        </a:p>
      </dgm:t>
    </dgm:pt>
    <dgm:pt modelId="{F2B158D6-E14E-4B62-964B-5CE222CBA5F3}" type="sibTrans" cxnId="{7FF97E98-863B-47B7-A2B7-3683984ADC14}">
      <dgm:prSet/>
      <dgm:spPr/>
      <dgm:t>
        <a:bodyPr/>
        <a:lstStyle/>
        <a:p>
          <a:endParaRPr lang="en-US"/>
        </a:p>
      </dgm:t>
    </dgm:pt>
    <dgm:pt modelId="{9B31574A-CB56-430F-99B9-C958D17B8D9E}" type="pres">
      <dgm:prSet presAssocID="{521ED4B3-E9DA-43DC-8F4C-9589D92AF32E}" presName="root" presStyleCnt="0">
        <dgm:presLayoutVars>
          <dgm:dir/>
          <dgm:resizeHandles val="exact"/>
        </dgm:presLayoutVars>
      </dgm:prSet>
      <dgm:spPr/>
    </dgm:pt>
    <dgm:pt modelId="{4F141A7D-D76E-4AA5-8745-30063F8E63B9}" type="pres">
      <dgm:prSet presAssocID="{334C516F-8D69-48BC-B39D-D58BFA22C8B8}" presName="compNode" presStyleCnt="0"/>
      <dgm:spPr/>
    </dgm:pt>
    <dgm:pt modelId="{BAF00D9E-B6AF-4596-803F-057A7F3C68CB}" type="pres">
      <dgm:prSet presAssocID="{334C516F-8D69-48BC-B39D-D58BFA22C8B8}" presName="iconRect" presStyleLbl="node1" presStyleIdx="0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mmunity with solid fill"/>
        </a:ext>
      </dgm:extLst>
    </dgm:pt>
    <dgm:pt modelId="{0CB29879-8F09-482C-8529-765730228879}" type="pres">
      <dgm:prSet presAssocID="{334C516F-8D69-48BC-B39D-D58BFA22C8B8}" presName="spaceRect" presStyleCnt="0"/>
      <dgm:spPr/>
    </dgm:pt>
    <dgm:pt modelId="{155C7729-8344-4C21-B786-3EEC64F73A88}" type="pres">
      <dgm:prSet presAssocID="{334C516F-8D69-48BC-B39D-D58BFA22C8B8}" presName="textRect" presStyleLbl="revTx" presStyleIdx="0" presStyleCnt="4">
        <dgm:presLayoutVars>
          <dgm:chMax val="1"/>
          <dgm:chPref val="1"/>
        </dgm:presLayoutVars>
      </dgm:prSet>
      <dgm:spPr/>
    </dgm:pt>
    <dgm:pt modelId="{C12A9B9B-52AA-4C00-9794-18DC974A46C1}" type="pres">
      <dgm:prSet presAssocID="{1949AE7A-FF07-40A5-B036-6021F62D7964}" presName="sibTrans" presStyleCnt="0"/>
      <dgm:spPr/>
    </dgm:pt>
    <dgm:pt modelId="{04F9D1C3-0D1A-442D-99A6-1DA67C295A36}" type="pres">
      <dgm:prSet presAssocID="{5BF39FD3-22DB-4EE2-AA02-224A3CD9A811}" presName="compNode" presStyleCnt="0"/>
      <dgm:spPr/>
    </dgm:pt>
    <dgm:pt modelId="{4D90FC48-B3B1-443E-B749-B05B29769613}" type="pres">
      <dgm:prSet presAssocID="{5BF39FD3-22DB-4EE2-AA02-224A3CD9A811}" presName="iconRect" presStyleLbl="node1" presStyleIdx="1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yramid with levels with solid fill"/>
        </a:ext>
      </dgm:extLst>
    </dgm:pt>
    <dgm:pt modelId="{844D04B3-2D4A-4384-8396-6F6555EDA8DE}" type="pres">
      <dgm:prSet presAssocID="{5BF39FD3-22DB-4EE2-AA02-224A3CD9A811}" presName="spaceRect" presStyleCnt="0"/>
      <dgm:spPr/>
    </dgm:pt>
    <dgm:pt modelId="{970A493B-2BAE-48DA-A38F-4BBA43A869EF}" type="pres">
      <dgm:prSet presAssocID="{5BF39FD3-22DB-4EE2-AA02-224A3CD9A811}" presName="textRect" presStyleLbl="revTx" presStyleIdx="1" presStyleCnt="4">
        <dgm:presLayoutVars>
          <dgm:chMax val="1"/>
          <dgm:chPref val="1"/>
        </dgm:presLayoutVars>
      </dgm:prSet>
      <dgm:spPr/>
    </dgm:pt>
    <dgm:pt modelId="{AA158FD8-F301-417F-88FD-7456E25BEE5C}" type="pres">
      <dgm:prSet presAssocID="{318579E4-78A1-4056-BF5C-44DAFEFD3F2A}" presName="sibTrans" presStyleCnt="0"/>
      <dgm:spPr/>
    </dgm:pt>
    <dgm:pt modelId="{906CA70C-66B5-4B23-8463-CB930DFCCC32}" type="pres">
      <dgm:prSet presAssocID="{0A984A4B-A1CC-4118-8792-4D0A9FC68FFE}" presName="compNode" presStyleCnt="0"/>
      <dgm:spPr/>
    </dgm:pt>
    <dgm:pt modelId="{6F96DE2C-FE7E-44DE-8B1D-368A1ADB6C52}" type="pres">
      <dgm:prSet presAssocID="{0A984A4B-A1CC-4118-8792-4D0A9FC68FFE}" presName="iconRect" presStyleLbl="node1" presStyleIdx="2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in Tracks with solid fill"/>
        </a:ext>
      </dgm:extLst>
    </dgm:pt>
    <dgm:pt modelId="{ED6D27CF-698D-4E5D-A714-35BBAC5D4388}" type="pres">
      <dgm:prSet presAssocID="{0A984A4B-A1CC-4118-8792-4D0A9FC68FFE}" presName="spaceRect" presStyleCnt="0"/>
      <dgm:spPr/>
    </dgm:pt>
    <dgm:pt modelId="{CCA06910-1D00-44B4-8FD6-7C3E6D9E9607}" type="pres">
      <dgm:prSet presAssocID="{0A984A4B-A1CC-4118-8792-4D0A9FC68FFE}" presName="textRect" presStyleLbl="revTx" presStyleIdx="2" presStyleCnt="4">
        <dgm:presLayoutVars>
          <dgm:chMax val="1"/>
          <dgm:chPref val="1"/>
        </dgm:presLayoutVars>
      </dgm:prSet>
      <dgm:spPr/>
    </dgm:pt>
    <dgm:pt modelId="{6DFE4AFD-4A75-4A41-A8C5-6B7586140FB6}" type="pres">
      <dgm:prSet presAssocID="{4587B431-E43F-41CC-B488-548C860E30C3}" presName="sibTrans" presStyleCnt="0"/>
      <dgm:spPr/>
    </dgm:pt>
    <dgm:pt modelId="{D1B587E2-D337-4E94-94C5-311BB5140692}" type="pres">
      <dgm:prSet presAssocID="{AD191684-7B53-4C11-A420-B956112C7A9E}" presName="compNode" presStyleCnt="0"/>
      <dgm:spPr/>
    </dgm:pt>
    <dgm:pt modelId="{E9757888-D956-460B-AA7B-5EE03E388B5A}" type="pres">
      <dgm:prSet presAssocID="{AD191684-7B53-4C11-A420-B956112C7A9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9E8D7129-726F-45B1-BED7-BC35681917BD}" type="pres">
      <dgm:prSet presAssocID="{AD191684-7B53-4C11-A420-B956112C7A9E}" presName="spaceRect" presStyleCnt="0"/>
      <dgm:spPr/>
    </dgm:pt>
    <dgm:pt modelId="{D9CABD55-980F-4D0D-B728-ABA626D9EA76}" type="pres">
      <dgm:prSet presAssocID="{AD191684-7B53-4C11-A420-B956112C7A9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3D8A80B-CE94-4093-9608-FDA0601EF682}" type="presOf" srcId="{334C516F-8D69-48BC-B39D-D58BFA22C8B8}" destId="{155C7729-8344-4C21-B786-3EEC64F73A88}" srcOrd="0" destOrd="0" presId="urn:microsoft.com/office/officeart/2018/2/layout/IconLabelList"/>
    <dgm:cxn modelId="{6BBF5663-EB00-44F1-90EF-65E9D31E1C26}" type="presOf" srcId="{521ED4B3-E9DA-43DC-8F4C-9589D92AF32E}" destId="{9B31574A-CB56-430F-99B9-C958D17B8D9E}" srcOrd="0" destOrd="0" presId="urn:microsoft.com/office/officeart/2018/2/layout/IconLabelList"/>
    <dgm:cxn modelId="{B6FF656A-3850-4E20-99F3-8563EBD24C48}" type="presOf" srcId="{5BF39FD3-22DB-4EE2-AA02-224A3CD9A811}" destId="{970A493B-2BAE-48DA-A38F-4BBA43A869EF}" srcOrd="0" destOrd="0" presId="urn:microsoft.com/office/officeart/2018/2/layout/IconLabelList"/>
    <dgm:cxn modelId="{7FF97E98-863B-47B7-A2B7-3683984ADC14}" srcId="{521ED4B3-E9DA-43DC-8F4C-9589D92AF32E}" destId="{AD191684-7B53-4C11-A420-B956112C7A9E}" srcOrd="3" destOrd="0" parTransId="{DF43C1D3-56BD-4F9C-B911-9BD440A79483}" sibTransId="{F2B158D6-E14E-4B62-964B-5CE222CBA5F3}"/>
    <dgm:cxn modelId="{723D01C2-69C6-4D16-9FC9-AC7642C134E1}" srcId="{521ED4B3-E9DA-43DC-8F4C-9589D92AF32E}" destId="{334C516F-8D69-48BC-B39D-D58BFA22C8B8}" srcOrd="0" destOrd="0" parTransId="{E18F67A5-58E0-48F3-95C7-DF4A6C03D541}" sibTransId="{1949AE7A-FF07-40A5-B036-6021F62D7964}"/>
    <dgm:cxn modelId="{126DBACF-C127-410C-B29A-27AD5F3095DC}" type="presOf" srcId="{0A984A4B-A1CC-4118-8792-4D0A9FC68FFE}" destId="{CCA06910-1D00-44B4-8FD6-7C3E6D9E9607}" srcOrd="0" destOrd="0" presId="urn:microsoft.com/office/officeart/2018/2/layout/IconLabelList"/>
    <dgm:cxn modelId="{2D4D26EC-3873-41D5-9EB7-5510F109DAA5}" srcId="{521ED4B3-E9DA-43DC-8F4C-9589D92AF32E}" destId="{5BF39FD3-22DB-4EE2-AA02-224A3CD9A811}" srcOrd="1" destOrd="0" parTransId="{F0F7DDEC-48CC-4221-9A65-1495DF78FBDB}" sibTransId="{318579E4-78A1-4056-BF5C-44DAFEFD3F2A}"/>
    <dgm:cxn modelId="{CC049EED-09DA-4D83-B090-53B0DB96B510}" type="presOf" srcId="{AD191684-7B53-4C11-A420-B956112C7A9E}" destId="{D9CABD55-980F-4D0D-B728-ABA626D9EA76}" srcOrd="0" destOrd="0" presId="urn:microsoft.com/office/officeart/2018/2/layout/IconLabelList"/>
    <dgm:cxn modelId="{1858C0F6-722E-40C0-A696-303BC4211F25}" srcId="{521ED4B3-E9DA-43DC-8F4C-9589D92AF32E}" destId="{0A984A4B-A1CC-4118-8792-4D0A9FC68FFE}" srcOrd="2" destOrd="0" parTransId="{C1AF1B92-A580-4181-8846-D847FBD42312}" sibTransId="{4587B431-E43F-41CC-B488-548C860E30C3}"/>
    <dgm:cxn modelId="{9FB0E8B1-3CC8-4926-8073-7F444E55DD2C}" type="presParOf" srcId="{9B31574A-CB56-430F-99B9-C958D17B8D9E}" destId="{4F141A7D-D76E-4AA5-8745-30063F8E63B9}" srcOrd="0" destOrd="0" presId="urn:microsoft.com/office/officeart/2018/2/layout/IconLabelList"/>
    <dgm:cxn modelId="{FBAD16E8-D341-46F7-8F35-307FAAEF28F5}" type="presParOf" srcId="{4F141A7D-D76E-4AA5-8745-30063F8E63B9}" destId="{BAF00D9E-B6AF-4596-803F-057A7F3C68CB}" srcOrd="0" destOrd="0" presId="urn:microsoft.com/office/officeart/2018/2/layout/IconLabelList"/>
    <dgm:cxn modelId="{64C9E491-C025-42D1-9554-4FE043B49EA9}" type="presParOf" srcId="{4F141A7D-D76E-4AA5-8745-30063F8E63B9}" destId="{0CB29879-8F09-482C-8529-765730228879}" srcOrd="1" destOrd="0" presId="urn:microsoft.com/office/officeart/2018/2/layout/IconLabelList"/>
    <dgm:cxn modelId="{5F23D4B6-CC24-461B-8D94-42017B25419B}" type="presParOf" srcId="{4F141A7D-D76E-4AA5-8745-30063F8E63B9}" destId="{155C7729-8344-4C21-B786-3EEC64F73A88}" srcOrd="2" destOrd="0" presId="urn:microsoft.com/office/officeart/2018/2/layout/IconLabelList"/>
    <dgm:cxn modelId="{C59172BB-E81D-4046-87C7-E13E27FAAE91}" type="presParOf" srcId="{9B31574A-CB56-430F-99B9-C958D17B8D9E}" destId="{C12A9B9B-52AA-4C00-9794-18DC974A46C1}" srcOrd="1" destOrd="0" presId="urn:microsoft.com/office/officeart/2018/2/layout/IconLabelList"/>
    <dgm:cxn modelId="{4A9C108C-7E5E-4A7A-B682-C717B3DC4C76}" type="presParOf" srcId="{9B31574A-CB56-430F-99B9-C958D17B8D9E}" destId="{04F9D1C3-0D1A-442D-99A6-1DA67C295A36}" srcOrd="2" destOrd="0" presId="urn:microsoft.com/office/officeart/2018/2/layout/IconLabelList"/>
    <dgm:cxn modelId="{1ACE9468-8640-4EDE-AF4C-0A82E955F6FB}" type="presParOf" srcId="{04F9D1C3-0D1A-442D-99A6-1DA67C295A36}" destId="{4D90FC48-B3B1-443E-B749-B05B29769613}" srcOrd="0" destOrd="0" presId="urn:microsoft.com/office/officeart/2018/2/layout/IconLabelList"/>
    <dgm:cxn modelId="{50132C08-05E2-43E0-8768-FAC5F651AA07}" type="presParOf" srcId="{04F9D1C3-0D1A-442D-99A6-1DA67C295A36}" destId="{844D04B3-2D4A-4384-8396-6F6555EDA8DE}" srcOrd="1" destOrd="0" presId="urn:microsoft.com/office/officeart/2018/2/layout/IconLabelList"/>
    <dgm:cxn modelId="{80E48055-0899-4063-8875-6293742D2BB7}" type="presParOf" srcId="{04F9D1C3-0D1A-442D-99A6-1DA67C295A36}" destId="{970A493B-2BAE-48DA-A38F-4BBA43A869EF}" srcOrd="2" destOrd="0" presId="urn:microsoft.com/office/officeart/2018/2/layout/IconLabelList"/>
    <dgm:cxn modelId="{68A896B4-942A-4B6C-864E-5ED5324F4975}" type="presParOf" srcId="{9B31574A-CB56-430F-99B9-C958D17B8D9E}" destId="{AA158FD8-F301-417F-88FD-7456E25BEE5C}" srcOrd="3" destOrd="0" presId="urn:microsoft.com/office/officeart/2018/2/layout/IconLabelList"/>
    <dgm:cxn modelId="{9CF5C862-605F-4B77-BB8F-DD7C15B7FF42}" type="presParOf" srcId="{9B31574A-CB56-430F-99B9-C958D17B8D9E}" destId="{906CA70C-66B5-4B23-8463-CB930DFCCC32}" srcOrd="4" destOrd="0" presId="urn:microsoft.com/office/officeart/2018/2/layout/IconLabelList"/>
    <dgm:cxn modelId="{50CD2CDB-405E-4434-B2A9-2B47BF83BD60}" type="presParOf" srcId="{906CA70C-66B5-4B23-8463-CB930DFCCC32}" destId="{6F96DE2C-FE7E-44DE-8B1D-368A1ADB6C52}" srcOrd="0" destOrd="0" presId="urn:microsoft.com/office/officeart/2018/2/layout/IconLabelList"/>
    <dgm:cxn modelId="{BD292060-2C4A-4948-9435-D7C85E38C1F8}" type="presParOf" srcId="{906CA70C-66B5-4B23-8463-CB930DFCCC32}" destId="{ED6D27CF-698D-4E5D-A714-35BBAC5D4388}" srcOrd="1" destOrd="0" presId="urn:microsoft.com/office/officeart/2018/2/layout/IconLabelList"/>
    <dgm:cxn modelId="{2F46005F-B961-42BA-AF30-FA0120FAEEA6}" type="presParOf" srcId="{906CA70C-66B5-4B23-8463-CB930DFCCC32}" destId="{CCA06910-1D00-44B4-8FD6-7C3E6D9E9607}" srcOrd="2" destOrd="0" presId="urn:microsoft.com/office/officeart/2018/2/layout/IconLabelList"/>
    <dgm:cxn modelId="{B215EC39-DB58-4792-B53F-F95A76742BC5}" type="presParOf" srcId="{9B31574A-CB56-430F-99B9-C958D17B8D9E}" destId="{6DFE4AFD-4A75-4A41-A8C5-6B7586140FB6}" srcOrd="5" destOrd="0" presId="urn:microsoft.com/office/officeart/2018/2/layout/IconLabelList"/>
    <dgm:cxn modelId="{2A724F0A-80F1-47BF-8F51-09A17DCBB750}" type="presParOf" srcId="{9B31574A-CB56-430F-99B9-C958D17B8D9E}" destId="{D1B587E2-D337-4E94-94C5-311BB5140692}" srcOrd="6" destOrd="0" presId="urn:microsoft.com/office/officeart/2018/2/layout/IconLabelList"/>
    <dgm:cxn modelId="{7AFFE396-B014-4AFF-9199-EDF6A367D15C}" type="presParOf" srcId="{D1B587E2-D337-4E94-94C5-311BB5140692}" destId="{E9757888-D956-460B-AA7B-5EE03E388B5A}" srcOrd="0" destOrd="0" presId="urn:microsoft.com/office/officeart/2018/2/layout/IconLabelList"/>
    <dgm:cxn modelId="{7579D6D0-A3CA-434D-A042-3E5121B9887C}" type="presParOf" srcId="{D1B587E2-D337-4E94-94C5-311BB5140692}" destId="{9E8D7129-726F-45B1-BED7-BC35681917BD}" srcOrd="1" destOrd="0" presId="urn:microsoft.com/office/officeart/2018/2/layout/IconLabelList"/>
    <dgm:cxn modelId="{4690828B-1D7C-4D16-A3AB-DE48136ACEB0}" type="presParOf" srcId="{D1B587E2-D337-4E94-94C5-311BB5140692}" destId="{D9CABD55-980F-4D0D-B728-ABA626D9EA76}" srcOrd="2" destOrd="0" presId="urn:microsoft.com/office/officeart/2018/2/layout/IconLabelList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29ACA71-64AC-41E3-886D-8169EBABA072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687944A-31D0-4764-AF1E-B5833DDC7453}">
      <dgm:prSet custT="1"/>
      <dgm:spPr/>
      <dgm:t>
        <a:bodyPr/>
        <a:lstStyle/>
        <a:p>
          <a:pPr algn="ctr">
            <a:lnSpc>
              <a:spcPct val="100000"/>
            </a:lnSpc>
          </a:pPr>
          <a:r>
            <a:rPr lang="en-US" sz="2600"/>
            <a:t>Automates Attack Traffic Generation </a:t>
          </a:r>
        </a:p>
      </dgm:t>
    </dgm:pt>
    <dgm:pt modelId="{A0570BD3-165D-446C-BE54-C5A260CA6997}" type="parTrans" cxnId="{A0625580-93A9-485C-818B-5E2D11A20313}">
      <dgm:prSet/>
      <dgm:spPr/>
      <dgm:t>
        <a:bodyPr/>
        <a:lstStyle/>
        <a:p>
          <a:endParaRPr lang="en-US"/>
        </a:p>
      </dgm:t>
    </dgm:pt>
    <dgm:pt modelId="{F6F94B38-6A70-47F7-9D70-BAB608E97BBD}" type="sibTrans" cxnId="{A0625580-93A9-485C-818B-5E2D11A20313}">
      <dgm:prSet/>
      <dgm:spPr/>
      <dgm:t>
        <a:bodyPr/>
        <a:lstStyle/>
        <a:p>
          <a:endParaRPr lang="en-US"/>
        </a:p>
      </dgm:t>
    </dgm:pt>
    <dgm:pt modelId="{49A194C0-FBF4-4430-B87E-3FD5B47A4CE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600"/>
            <a:t>Improves Security Testing</a:t>
          </a:r>
        </a:p>
      </dgm:t>
    </dgm:pt>
    <dgm:pt modelId="{B414B31D-F9C8-4015-831C-5C3AAE3F93FF}" type="parTrans" cxnId="{C1DCCC72-8F81-4E75-89DC-9FDBD30F4BC8}">
      <dgm:prSet/>
      <dgm:spPr/>
      <dgm:t>
        <a:bodyPr/>
        <a:lstStyle/>
        <a:p>
          <a:endParaRPr lang="en-US"/>
        </a:p>
      </dgm:t>
    </dgm:pt>
    <dgm:pt modelId="{BB6400CB-CE34-474C-B211-36B944C17140}" type="sibTrans" cxnId="{C1DCCC72-8F81-4E75-89DC-9FDBD30F4BC8}">
      <dgm:prSet/>
      <dgm:spPr/>
      <dgm:t>
        <a:bodyPr/>
        <a:lstStyle/>
        <a:p>
          <a:endParaRPr lang="en-US"/>
        </a:p>
      </dgm:t>
    </dgm:pt>
    <dgm:pt modelId="{66A9E7B9-7C29-4010-9AF0-BBC01465D1D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600"/>
            <a:t>Builds a Strong Foundation for Future Development</a:t>
          </a:r>
          <a:endParaRPr lang="en-US" sz="2600">
            <a:latin typeface="Aptos Display" panose="020F0302020204030204"/>
          </a:endParaRPr>
        </a:p>
      </dgm:t>
    </dgm:pt>
    <dgm:pt modelId="{9B034D62-57A6-469B-B6F6-D975B62DEF65}" type="parTrans" cxnId="{47E6DA42-0F42-4C24-A282-E71413EBC785}">
      <dgm:prSet/>
      <dgm:spPr/>
      <dgm:t>
        <a:bodyPr/>
        <a:lstStyle/>
        <a:p>
          <a:endParaRPr lang="en-US"/>
        </a:p>
      </dgm:t>
    </dgm:pt>
    <dgm:pt modelId="{BE85EA29-5892-4349-B560-E44410B68AB5}" type="sibTrans" cxnId="{47E6DA42-0F42-4C24-A282-E71413EBC785}">
      <dgm:prSet/>
      <dgm:spPr/>
      <dgm:t>
        <a:bodyPr/>
        <a:lstStyle/>
        <a:p>
          <a:endParaRPr lang="en-US"/>
        </a:p>
      </dgm:t>
    </dgm:pt>
    <dgm:pt modelId="{0291FC23-E5A3-46AA-8DF0-2AB5B9CD9328}" type="pres">
      <dgm:prSet presAssocID="{B29ACA71-64AC-41E3-886D-8169EBABA072}" presName="root" presStyleCnt="0">
        <dgm:presLayoutVars>
          <dgm:dir/>
          <dgm:resizeHandles val="exact"/>
        </dgm:presLayoutVars>
      </dgm:prSet>
      <dgm:spPr/>
    </dgm:pt>
    <dgm:pt modelId="{B7193935-0625-469B-B7A4-C96989479E5B}" type="pres">
      <dgm:prSet presAssocID="{9687944A-31D0-4764-AF1E-B5833DDC7453}" presName="compNode" presStyleCnt="0"/>
      <dgm:spPr/>
    </dgm:pt>
    <dgm:pt modelId="{078FEC7D-9187-4847-A3C4-072095EDFBD6}" type="pres">
      <dgm:prSet presAssocID="{9687944A-31D0-4764-AF1E-B5833DDC7453}" presName="iconRect" presStyleLbl="nod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 outline"/>
        </a:ext>
      </dgm:extLst>
    </dgm:pt>
    <dgm:pt modelId="{30E132AA-A883-4E5E-A5F0-5FEBDFE048FA}" type="pres">
      <dgm:prSet presAssocID="{9687944A-31D0-4764-AF1E-B5833DDC7453}" presName="spaceRect" presStyleCnt="0"/>
      <dgm:spPr/>
    </dgm:pt>
    <dgm:pt modelId="{919F8EA2-19E9-43C1-9209-831885CB3BE4}" type="pres">
      <dgm:prSet presAssocID="{9687944A-31D0-4764-AF1E-B5833DDC7453}" presName="textRect" presStyleLbl="revTx" presStyleIdx="0" presStyleCnt="3">
        <dgm:presLayoutVars>
          <dgm:chMax val="1"/>
          <dgm:chPref val="1"/>
        </dgm:presLayoutVars>
      </dgm:prSet>
      <dgm:spPr/>
    </dgm:pt>
    <dgm:pt modelId="{B39586FC-B953-4F1A-BCFB-CBF5684C9EAB}" type="pres">
      <dgm:prSet presAssocID="{F6F94B38-6A70-47F7-9D70-BAB608E97BBD}" presName="sibTrans" presStyleCnt="0"/>
      <dgm:spPr/>
    </dgm:pt>
    <dgm:pt modelId="{77D0DCB1-4980-4233-BEEF-6A30A943F2B2}" type="pres">
      <dgm:prSet presAssocID="{49A194C0-FBF4-4430-B87E-3FD5B47A4CE9}" presName="compNode" presStyleCnt="0"/>
      <dgm:spPr/>
    </dgm:pt>
    <dgm:pt modelId="{06522AAA-8F7E-4B49-8766-DDFFF5CA61E1}" type="pres">
      <dgm:prSet presAssocID="{49A194C0-FBF4-4430-B87E-3FD5B47A4CE9}" presName="iconRect" presStyleLbl="nod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ield Tick outline"/>
        </a:ext>
      </dgm:extLst>
    </dgm:pt>
    <dgm:pt modelId="{9AF77E15-E114-448E-BFD1-8918F75B1DF8}" type="pres">
      <dgm:prSet presAssocID="{49A194C0-FBF4-4430-B87E-3FD5B47A4CE9}" presName="spaceRect" presStyleCnt="0"/>
      <dgm:spPr/>
    </dgm:pt>
    <dgm:pt modelId="{025479B0-BF57-449E-B8B6-7407840B936B}" type="pres">
      <dgm:prSet presAssocID="{49A194C0-FBF4-4430-B87E-3FD5B47A4CE9}" presName="textRect" presStyleLbl="revTx" presStyleIdx="1" presStyleCnt="3">
        <dgm:presLayoutVars>
          <dgm:chMax val="1"/>
          <dgm:chPref val="1"/>
        </dgm:presLayoutVars>
      </dgm:prSet>
      <dgm:spPr/>
    </dgm:pt>
    <dgm:pt modelId="{81B3D347-CB58-4ECE-BC4E-02D38221385E}" type="pres">
      <dgm:prSet presAssocID="{BB6400CB-CE34-474C-B211-36B944C17140}" presName="sibTrans" presStyleCnt="0"/>
      <dgm:spPr/>
    </dgm:pt>
    <dgm:pt modelId="{D294C8FF-7512-4A93-A5E0-673E1E00594E}" type="pres">
      <dgm:prSet presAssocID="{66A9E7B9-7C29-4010-9AF0-BBC01465D1D3}" presName="compNode" presStyleCnt="0"/>
      <dgm:spPr/>
    </dgm:pt>
    <dgm:pt modelId="{375627E8-21D1-4A81-8A52-1FDA3FC7F762}" type="pres">
      <dgm:prSet presAssocID="{66A9E7B9-7C29-4010-9AF0-BBC01465D1D3}" presName="iconRect" presStyleLbl="nod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routing Seed outline"/>
        </a:ext>
      </dgm:extLst>
    </dgm:pt>
    <dgm:pt modelId="{19488DE0-5E19-4913-97EB-FFF7E1600EC9}" type="pres">
      <dgm:prSet presAssocID="{66A9E7B9-7C29-4010-9AF0-BBC01465D1D3}" presName="spaceRect" presStyleCnt="0"/>
      <dgm:spPr/>
    </dgm:pt>
    <dgm:pt modelId="{CA16D458-222F-4847-AE59-ACA978744B55}" type="pres">
      <dgm:prSet presAssocID="{66A9E7B9-7C29-4010-9AF0-BBC01465D1D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DA63833-C11B-49A9-B1AA-2FB8D99F9A36}" type="presOf" srcId="{49A194C0-FBF4-4430-B87E-3FD5B47A4CE9}" destId="{025479B0-BF57-449E-B8B6-7407840B936B}" srcOrd="0" destOrd="0" presId="urn:microsoft.com/office/officeart/2018/2/layout/IconLabelList"/>
    <dgm:cxn modelId="{47E6DA42-0F42-4C24-A282-E71413EBC785}" srcId="{B29ACA71-64AC-41E3-886D-8169EBABA072}" destId="{66A9E7B9-7C29-4010-9AF0-BBC01465D1D3}" srcOrd="2" destOrd="0" parTransId="{9B034D62-57A6-469B-B6F6-D975B62DEF65}" sibTransId="{BE85EA29-5892-4349-B560-E44410B68AB5}"/>
    <dgm:cxn modelId="{C1DCCC72-8F81-4E75-89DC-9FDBD30F4BC8}" srcId="{B29ACA71-64AC-41E3-886D-8169EBABA072}" destId="{49A194C0-FBF4-4430-B87E-3FD5B47A4CE9}" srcOrd="1" destOrd="0" parTransId="{B414B31D-F9C8-4015-831C-5C3AAE3F93FF}" sibTransId="{BB6400CB-CE34-474C-B211-36B944C17140}"/>
    <dgm:cxn modelId="{A0625580-93A9-485C-818B-5E2D11A20313}" srcId="{B29ACA71-64AC-41E3-886D-8169EBABA072}" destId="{9687944A-31D0-4764-AF1E-B5833DDC7453}" srcOrd="0" destOrd="0" parTransId="{A0570BD3-165D-446C-BE54-C5A260CA6997}" sibTransId="{F6F94B38-6A70-47F7-9D70-BAB608E97BBD}"/>
    <dgm:cxn modelId="{CAF7B59C-C3A6-42CE-A765-5AF353E93070}" type="presOf" srcId="{B29ACA71-64AC-41E3-886D-8169EBABA072}" destId="{0291FC23-E5A3-46AA-8DF0-2AB5B9CD9328}" srcOrd="0" destOrd="0" presId="urn:microsoft.com/office/officeart/2018/2/layout/IconLabelList"/>
    <dgm:cxn modelId="{75F7A5D3-4850-481E-96C1-CC0B067AA52F}" type="presOf" srcId="{9687944A-31D0-4764-AF1E-B5833DDC7453}" destId="{919F8EA2-19E9-43C1-9209-831885CB3BE4}" srcOrd="0" destOrd="0" presId="urn:microsoft.com/office/officeart/2018/2/layout/IconLabelList"/>
    <dgm:cxn modelId="{78FDFEE8-3BBE-49DF-9113-E332845F8794}" type="presOf" srcId="{66A9E7B9-7C29-4010-9AF0-BBC01465D1D3}" destId="{CA16D458-222F-4847-AE59-ACA978744B55}" srcOrd="0" destOrd="0" presId="urn:microsoft.com/office/officeart/2018/2/layout/IconLabelList"/>
    <dgm:cxn modelId="{8B0A9E39-633C-4C53-BA8E-A87DA4D9C9CD}" type="presParOf" srcId="{0291FC23-E5A3-46AA-8DF0-2AB5B9CD9328}" destId="{B7193935-0625-469B-B7A4-C96989479E5B}" srcOrd="0" destOrd="0" presId="urn:microsoft.com/office/officeart/2018/2/layout/IconLabelList"/>
    <dgm:cxn modelId="{7C1E2DD4-9513-4BE6-822F-F26CA303B545}" type="presParOf" srcId="{B7193935-0625-469B-B7A4-C96989479E5B}" destId="{078FEC7D-9187-4847-A3C4-072095EDFBD6}" srcOrd="0" destOrd="0" presId="urn:microsoft.com/office/officeart/2018/2/layout/IconLabelList"/>
    <dgm:cxn modelId="{F7AF114D-EA90-45C7-B58E-42EA246F41D1}" type="presParOf" srcId="{B7193935-0625-469B-B7A4-C96989479E5B}" destId="{30E132AA-A883-4E5E-A5F0-5FEBDFE048FA}" srcOrd="1" destOrd="0" presId="urn:microsoft.com/office/officeart/2018/2/layout/IconLabelList"/>
    <dgm:cxn modelId="{57B920EC-4EC5-4F84-9EF8-05D9DFCE658E}" type="presParOf" srcId="{B7193935-0625-469B-B7A4-C96989479E5B}" destId="{919F8EA2-19E9-43C1-9209-831885CB3BE4}" srcOrd="2" destOrd="0" presId="urn:microsoft.com/office/officeart/2018/2/layout/IconLabelList"/>
    <dgm:cxn modelId="{F0534E7D-2A37-49D8-9B37-4A9D55FE686E}" type="presParOf" srcId="{0291FC23-E5A3-46AA-8DF0-2AB5B9CD9328}" destId="{B39586FC-B953-4F1A-BCFB-CBF5684C9EAB}" srcOrd="1" destOrd="0" presId="urn:microsoft.com/office/officeart/2018/2/layout/IconLabelList"/>
    <dgm:cxn modelId="{6E1258F3-591C-4164-B1FE-86DB660DECA4}" type="presParOf" srcId="{0291FC23-E5A3-46AA-8DF0-2AB5B9CD9328}" destId="{77D0DCB1-4980-4233-BEEF-6A30A943F2B2}" srcOrd="2" destOrd="0" presId="urn:microsoft.com/office/officeart/2018/2/layout/IconLabelList"/>
    <dgm:cxn modelId="{D35084A8-60AF-42EC-989D-A2D9E60624CB}" type="presParOf" srcId="{77D0DCB1-4980-4233-BEEF-6A30A943F2B2}" destId="{06522AAA-8F7E-4B49-8766-DDFFF5CA61E1}" srcOrd="0" destOrd="0" presId="urn:microsoft.com/office/officeart/2018/2/layout/IconLabelList"/>
    <dgm:cxn modelId="{8F6E9D64-5A70-4D59-9D55-0257330F504C}" type="presParOf" srcId="{77D0DCB1-4980-4233-BEEF-6A30A943F2B2}" destId="{9AF77E15-E114-448E-BFD1-8918F75B1DF8}" srcOrd="1" destOrd="0" presId="urn:microsoft.com/office/officeart/2018/2/layout/IconLabelList"/>
    <dgm:cxn modelId="{82CC4FAB-C366-4F92-85DF-5E85C4B3D71D}" type="presParOf" srcId="{77D0DCB1-4980-4233-BEEF-6A30A943F2B2}" destId="{025479B0-BF57-449E-B8B6-7407840B936B}" srcOrd="2" destOrd="0" presId="urn:microsoft.com/office/officeart/2018/2/layout/IconLabelList"/>
    <dgm:cxn modelId="{2EC3596B-F98F-422C-B4B7-6B0FF9D8682A}" type="presParOf" srcId="{0291FC23-E5A3-46AA-8DF0-2AB5B9CD9328}" destId="{81B3D347-CB58-4ECE-BC4E-02D38221385E}" srcOrd="3" destOrd="0" presId="urn:microsoft.com/office/officeart/2018/2/layout/IconLabelList"/>
    <dgm:cxn modelId="{2354A18F-18C2-4899-896F-B6FE26BC9FC1}" type="presParOf" srcId="{0291FC23-E5A3-46AA-8DF0-2AB5B9CD9328}" destId="{D294C8FF-7512-4A93-A5E0-673E1E00594E}" srcOrd="4" destOrd="0" presId="urn:microsoft.com/office/officeart/2018/2/layout/IconLabelList"/>
    <dgm:cxn modelId="{250238F0-3708-4C6E-9678-8F7C3B5A1F07}" type="presParOf" srcId="{D294C8FF-7512-4A93-A5E0-673E1E00594E}" destId="{375627E8-21D1-4A81-8A52-1FDA3FC7F762}" srcOrd="0" destOrd="0" presId="urn:microsoft.com/office/officeart/2018/2/layout/IconLabelList"/>
    <dgm:cxn modelId="{B4F4D7CB-7B0C-4AC2-BE01-0DDDB5E3EC71}" type="presParOf" srcId="{D294C8FF-7512-4A93-A5E0-673E1E00594E}" destId="{19488DE0-5E19-4913-97EB-FFF7E1600EC9}" srcOrd="1" destOrd="0" presId="urn:microsoft.com/office/officeart/2018/2/layout/IconLabelList"/>
    <dgm:cxn modelId="{31366994-D0DC-401E-A6F7-6CE5EF94434D}" type="presParOf" srcId="{D294C8FF-7512-4A93-A5E0-673E1E00594E}" destId="{CA16D458-222F-4847-AE59-ACA978744B5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BF3C92-0B98-483C-ABD0-8712ED77BA80}">
      <dsp:nvSpPr>
        <dsp:cNvPr id="0" name=""/>
        <dsp:cNvSpPr/>
      </dsp:nvSpPr>
      <dsp:spPr>
        <a:xfrm>
          <a:off x="863950" y="0"/>
          <a:ext cx="9791437" cy="228347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7E3C75-D77A-454C-8021-3E5E57FDF586}">
      <dsp:nvSpPr>
        <dsp:cNvPr id="0" name=""/>
        <dsp:cNvSpPr/>
      </dsp:nvSpPr>
      <dsp:spPr>
        <a:xfrm>
          <a:off x="8718" y="685042"/>
          <a:ext cx="2634176" cy="9133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200" kern="1200">
              <a:latin typeface="Aptos Display" panose="020F0302020204030204"/>
            </a:rPr>
            <a:t>Rule-Based</a:t>
          </a:r>
          <a:endParaRPr lang="en-CA" sz="3200" kern="1200"/>
        </a:p>
      </dsp:txBody>
      <dsp:txXfrm>
        <a:off x="53306" y="729630"/>
        <a:ext cx="2545000" cy="824214"/>
      </dsp:txXfrm>
    </dsp:sp>
    <dsp:sp modelId="{A6C671AD-766A-41C4-81EA-039A6214689E}">
      <dsp:nvSpPr>
        <dsp:cNvPr id="0" name=""/>
        <dsp:cNvSpPr/>
      </dsp:nvSpPr>
      <dsp:spPr>
        <a:xfrm>
          <a:off x="2964626" y="685042"/>
          <a:ext cx="2634176" cy="9133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200" kern="1200"/>
            <a:t>Scripted</a:t>
          </a:r>
        </a:p>
      </dsp:txBody>
      <dsp:txXfrm>
        <a:off x="3009214" y="729630"/>
        <a:ext cx="2545000" cy="824214"/>
      </dsp:txXfrm>
    </dsp:sp>
    <dsp:sp modelId="{63D5807C-3398-4C20-958F-CE8A9C9F02E1}">
      <dsp:nvSpPr>
        <dsp:cNvPr id="0" name=""/>
        <dsp:cNvSpPr/>
      </dsp:nvSpPr>
      <dsp:spPr>
        <a:xfrm>
          <a:off x="5920534" y="685042"/>
          <a:ext cx="2634176" cy="9133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200" kern="1200"/>
            <a:t>ML-Based</a:t>
          </a:r>
        </a:p>
      </dsp:txBody>
      <dsp:txXfrm>
        <a:off x="5965122" y="729630"/>
        <a:ext cx="2545000" cy="824214"/>
      </dsp:txXfrm>
    </dsp:sp>
    <dsp:sp modelId="{0803A5A7-7E54-460F-97EF-A5040DF1DAE0}">
      <dsp:nvSpPr>
        <dsp:cNvPr id="0" name=""/>
        <dsp:cNvSpPr/>
      </dsp:nvSpPr>
      <dsp:spPr>
        <a:xfrm>
          <a:off x="8876443" y="685042"/>
          <a:ext cx="2634176" cy="9133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200" kern="1200"/>
            <a:t>Agent-Based</a:t>
          </a:r>
        </a:p>
      </dsp:txBody>
      <dsp:txXfrm>
        <a:off x="8921031" y="729630"/>
        <a:ext cx="2545000" cy="8242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F00D9E-B6AF-4596-803F-057A7F3C68CB}">
      <dsp:nvSpPr>
        <dsp:cNvPr id="0" name=""/>
        <dsp:cNvSpPr/>
      </dsp:nvSpPr>
      <dsp:spPr>
        <a:xfrm>
          <a:off x="1442377" y="662435"/>
          <a:ext cx="1118348" cy="1118348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5C7729-8344-4C21-B786-3EEC64F73A88}">
      <dsp:nvSpPr>
        <dsp:cNvPr id="0" name=""/>
        <dsp:cNvSpPr/>
      </dsp:nvSpPr>
      <dsp:spPr>
        <a:xfrm>
          <a:off x="758942" y="2220345"/>
          <a:ext cx="2485218" cy="13685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Simple Attack patterns (explored only)</a:t>
          </a:r>
        </a:p>
      </dsp:txBody>
      <dsp:txXfrm>
        <a:off x="758942" y="2220345"/>
        <a:ext cx="2485218" cy="1368544"/>
      </dsp:txXfrm>
    </dsp:sp>
    <dsp:sp modelId="{4D90FC48-B3B1-443E-B749-B05B29769613}">
      <dsp:nvSpPr>
        <dsp:cNvPr id="0" name=""/>
        <dsp:cNvSpPr/>
      </dsp:nvSpPr>
      <dsp:spPr>
        <a:xfrm>
          <a:off x="4362509" y="662435"/>
          <a:ext cx="1118348" cy="1118348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0A493B-2BAE-48DA-A38F-4BBA43A869EF}">
      <dsp:nvSpPr>
        <dsp:cNvPr id="0" name=""/>
        <dsp:cNvSpPr/>
      </dsp:nvSpPr>
      <dsp:spPr>
        <a:xfrm>
          <a:off x="3679074" y="2220345"/>
          <a:ext cx="2485218" cy="13685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Multi-stage interactions (not explored)</a:t>
          </a:r>
        </a:p>
      </dsp:txBody>
      <dsp:txXfrm>
        <a:off x="3679074" y="2220345"/>
        <a:ext cx="2485218" cy="1368544"/>
      </dsp:txXfrm>
    </dsp:sp>
    <dsp:sp modelId="{6F96DE2C-FE7E-44DE-8B1D-368A1ADB6C52}">
      <dsp:nvSpPr>
        <dsp:cNvPr id="0" name=""/>
        <dsp:cNvSpPr/>
      </dsp:nvSpPr>
      <dsp:spPr>
        <a:xfrm>
          <a:off x="7282641" y="662435"/>
          <a:ext cx="1118348" cy="1118348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A06910-1D00-44B4-8FD6-7C3E6D9E9607}">
      <dsp:nvSpPr>
        <dsp:cNvPr id="0" name=""/>
        <dsp:cNvSpPr/>
      </dsp:nvSpPr>
      <dsp:spPr>
        <a:xfrm>
          <a:off x="6599206" y="2220345"/>
          <a:ext cx="2485218" cy="13685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Long and Realistic Scenarios (struggle)</a:t>
          </a:r>
        </a:p>
      </dsp:txBody>
      <dsp:txXfrm>
        <a:off x="6599206" y="2220345"/>
        <a:ext cx="2485218" cy="1368544"/>
      </dsp:txXfrm>
    </dsp:sp>
    <dsp:sp modelId="{E9757888-D956-460B-AA7B-5EE03E388B5A}">
      <dsp:nvSpPr>
        <dsp:cNvPr id="0" name=""/>
        <dsp:cNvSpPr/>
      </dsp:nvSpPr>
      <dsp:spPr>
        <a:xfrm>
          <a:off x="10202773" y="662435"/>
          <a:ext cx="1118348" cy="11183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CABD55-980F-4D0D-B728-ABA626D9EA76}">
      <dsp:nvSpPr>
        <dsp:cNvPr id="0" name=""/>
        <dsp:cNvSpPr/>
      </dsp:nvSpPr>
      <dsp:spPr>
        <a:xfrm>
          <a:off x="9519338" y="2220345"/>
          <a:ext cx="2485218" cy="13685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Goal: More Opportunities for Cyber Security Environment</a:t>
          </a:r>
        </a:p>
      </dsp:txBody>
      <dsp:txXfrm>
        <a:off x="9519338" y="2220345"/>
        <a:ext cx="2485218" cy="13685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8FEC7D-9187-4847-A3C4-072095EDFBD6}">
      <dsp:nvSpPr>
        <dsp:cNvPr id="0" name=""/>
        <dsp:cNvSpPr/>
      </dsp:nvSpPr>
      <dsp:spPr>
        <a:xfrm>
          <a:off x="1302749" y="857519"/>
          <a:ext cx="1540687" cy="1540687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9F8EA2-19E9-43C1-9209-831885CB3BE4}">
      <dsp:nvSpPr>
        <dsp:cNvPr id="0" name=""/>
        <dsp:cNvSpPr/>
      </dsp:nvSpPr>
      <dsp:spPr>
        <a:xfrm>
          <a:off x="361218" y="2885093"/>
          <a:ext cx="3423750" cy="121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Automates Attack Traffic Generation </a:t>
          </a:r>
        </a:p>
      </dsp:txBody>
      <dsp:txXfrm>
        <a:off x="361218" y="2885093"/>
        <a:ext cx="3423750" cy="1215000"/>
      </dsp:txXfrm>
    </dsp:sp>
    <dsp:sp modelId="{06522AAA-8F7E-4B49-8766-DDFFF5CA61E1}">
      <dsp:nvSpPr>
        <dsp:cNvPr id="0" name=""/>
        <dsp:cNvSpPr/>
      </dsp:nvSpPr>
      <dsp:spPr>
        <a:xfrm>
          <a:off x="5325656" y="857519"/>
          <a:ext cx="1540687" cy="1540687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5479B0-BF57-449E-B8B6-7407840B936B}">
      <dsp:nvSpPr>
        <dsp:cNvPr id="0" name=""/>
        <dsp:cNvSpPr/>
      </dsp:nvSpPr>
      <dsp:spPr>
        <a:xfrm>
          <a:off x="4384124" y="2885093"/>
          <a:ext cx="3423750" cy="121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Improves Security Testing</a:t>
          </a:r>
        </a:p>
      </dsp:txBody>
      <dsp:txXfrm>
        <a:off x="4384124" y="2885093"/>
        <a:ext cx="3423750" cy="1215000"/>
      </dsp:txXfrm>
    </dsp:sp>
    <dsp:sp modelId="{375627E8-21D1-4A81-8A52-1FDA3FC7F762}">
      <dsp:nvSpPr>
        <dsp:cNvPr id="0" name=""/>
        <dsp:cNvSpPr/>
      </dsp:nvSpPr>
      <dsp:spPr>
        <a:xfrm>
          <a:off x="9348562" y="857519"/>
          <a:ext cx="1540687" cy="1540687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16D458-222F-4847-AE59-ACA978744B55}">
      <dsp:nvSpPr>
        <dsp:cNvPr id="0" name=""/>
        <dsp:cNvSpPr/>
      </dsp:nvSpPr>
      <dsp:spPr>
        <a:xfrm>
          <a:off x="8407031" y="2885093"/>
          <a:ext cx="3423750" cy="121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Builds a Strong Foundation for Future Development</a:t>
          </a:r>
          <a:endParaRPr lang="en-US" sz="2600" kern="1200">
            <a:latin typeface="Aptos Display" panose="020F0302020204030204"/>
          </a:endParaRPr>
        </a:p>
      </dsp:txBody>
      <dsp:txXfrm>
        <a:off x="8407031" y="2885093"/>
        <a:ext cx="3423750" cy="121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721EF0-4D85-4EA9-878B-24908F4DBC71}" type="datetimeFigureOut"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B42328-6DA9-4AE2-A3DB-8720F946996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869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289C6-AE9D-483E-AB4E-4457971D89CB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1027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42328-6DA9-4AE2-A3DB-8720F9469967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1791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5128" y="2851148"/>
            <a:ext cx="6481824" cy="1647700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pPr algn="l"/>
            <a:r>
              <a:rPr lang="en-US" sz="4400" b="1" dirty="0"/>
              <a:t>      </a:t>
            </a:r>
            <a:br>
              <a:rPr lang="en-US" sz="4400" b="1" dirty="0"/>
            </a:br>
            <a:r>
              <a:rPr lang="en-US" sz="4000" b="1"/>
              <a:t>Automated Network Attack Traffic Simulation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7494" y="5188394"/>
            <a:ext cx="4620584" cy="775494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/>
              <a:t>Rizwan </a:t>
            </a:r>
            <a:r>
              <a:rPr lang="en-US" err="1"/>
              <a:t>Anver</a:t>
            </a:r>
            <a:endParaRPr lang="en-US"/>
          </a:p>
          <a:p>
            <a:pPr algn="l"/>
            <a:r>
              <a:rPr lang="en-US"/>
              <a:t>Jubal Johnson</a:t>
            </a:r>
          </a:p>
          <a:p>
            <a:pPr algn="l"/>
            <a:r>
              <a:rPr lang="en-US"/>
              <a:t>Jomon Joy</a:t>
            </a:r>
          </a:p>
        </p:txBody>
      </p:sp>
      <p:pic>
        <p:nvPicPr>
          <p:cNvPr id="4" name="Picture 3" descr="A person using a computer&#10;&#10;AI-generated content may be incorrect.">
            <a:extLst>
              <a:ext uri="{FF2B5EF4-FFF2-40B4-BE49-F238E27FC236}">
                <a16:creationId xmlns:a16="http://schemas.microsoft.com/office/drawing/2014/main" id="{09F4269D-F557-1255-D4FB-2423F431AD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83" r="39687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A3F320-35F3-74B0-664B-64EA51147A0F}"/>
              </a:ext>
            </a:extLst>
          </p:cNvPr>
          <p:cNvSpPr txBox="1"/>
          <p:nvPr/>
        </p:nvSpPr>
        <p:spPr>
          <a:xfrm>
            <a:off x="184592" y="2659559"/>
            <a:ext cx="27432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 b="1">
                <a:latin typeface="Aptos Display"/>
              </a:rPr>
              <a:t>AgentRed: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A97D5-F39B-8257-B55A-F7DA39D1D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76432" y="170554"/>
            <a:ext cx="12968432" cy="1401183"/>
          </a:xfrm>
        </p:spPr>
        <p:txBody>
          <a:bodyPr anchor="t">
            <a:normAutofit/>
          </a:bodyPr>
          <a:lstStyle/>
          <a:p>
            <a:pPr algn="ctr"/>
            <a:r>
              <a:rPr lang="en-US"/>
              <a:t>Table of Contents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FD568-C99E-E897-507D-2908BCA92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142" y="1541907"/>
            <a:ext cx="7225898" cy="531609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/>
              <a:t>1.0 Introduction: Network Attack Simulation</a:t>
            </a:r>
          </a:p>
          <a:p>
            <a:pPr marL="0" indent="0">
              <a:buNone/>
            </a:pPr>
            <a:r>
              <a:rPr lang="en-US" sz="2400"/>
              <a:t>2.0 Evolution of Network Traffic Attack Generation</a:t>
            </a:r>
          </a:p>
          <a:p>
            <a:pPr marL="0" indent="0">
              <a:buNone/>
            </a:pPr>
            <a:r>
              <a:rPr lang="en-US" sz="2400"/>
              <a:t>3.0 AgentRed Purpose  </a:t>
            </a:r>
          </a:p>
          <a:p>
            <a:pPr marL="0" indent="0">
              <a:buNone/>
            </a:pPr>
            <a:r>
              <a:rPr lang="en-US" sz="2400"/>
              <a:t>4.0 How AgentRed Works</a:t>
            </a:r>
          </a:p>
          <a:p>
            <a:pPr marL="0" indent="0">
              <a:buNone/>
            </a:pPr>
            <a:r>
              <a:rPr lang="en-US" sz="2400"/>
              <a:t>5.0 AgentRed Workflow</a:t>
            </a:r>
          </a:p>
          <a:p>
            <a:pPr marL="0" indent="0">
              <a:buNone/>
            </a:pPr>
            <a:r>
              <a:rPr lang="en-US" sz="2400"/>
              <a:t>6.0 Limitations of Existing Tools</a:t>
            </a:r>
          </a:p>
          <a:p>
            <a:pPr marL="0" indent="0">
              <a:buNone/>
            </a:pPr>
            <a:r>
              <a:rPr lang="en-US" sz="2400"/>
              <a:t>7.0 Why Choose AgentRed</a:t>
            </a:r>
          </a:p>
          <a:p>
            <a:pPr marL="0" indent="0">
              <a:buNone/>
            </a:pPr>
            <a:r>
              <a:rPr lang="en-US" sz="2400"/>
              <a:t>8.0 Financial and Environmental Considerations</a:t>
            </a:r>
          </a:p>
          <a:p>
            <a:pPr marL="0" indent="0">
              <a:buNone/>
            </a:pPr>
            <a:r>
              <a:rPr lang="en-US" sz="2400"/>
              <a:t>9.0 Next Steps</a:t>
            </a:r>
          </a:p>
          <a:p>
            <a:pPr marL="0" indent="0">
              <a:buNone/>
            </a:pPr>
            <a:r>
              <a:rPr lang="en-US" sz="2400"/>
              <a:t>10.0 Conclusion</a:t>
            </a:r>
          </a:p>
          <a:p>
            <a:endParaRPr lang="en-US" sz="2400"/>
          </a:p>
          <a:p>
            <a:endParaRPr lang="en-US" sz="2400"/>
          </a:p>
          <a:p>
            <a:endParaRPr lang="en-US" sz="2400"/>
          </a:p>
        </p:txBody>
      </p:sp>
      <p:pic>
        <p:nvPicPr>
          <p:cNvPr id="7" name="Graphic 6" descr="Check List">
            <a:extLst>
              <a:ext uri="{FF2B5EF4-FFF2-40B4-BE49-F238E27FC236}">
                <a16:creationId xmlns:a16="http://schemas.microsoft.com/office/drawing/2014/main" id="{1A51A694-50AB-CDFB-E35F-0BA08E0951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98815" y="1234033"/>
            <a:ext cx="5316095" cy="53160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E587A9-6311-E90A-6B25-C627B92448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95" y="193414"/>
            <a:ext cx="1867161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421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47E980-16C9-0FD5-7327-5E7EF6DBC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804799" cy="2435971"/>
          </a:xfrm>
        </p:spPr>
        <p:txBody>
          <a:bodyPr anchor="t">
            <a:normAutofit/>
          </a:bodyPr>
          <a:lstStyle/>
          <a:p>
            <a:r>
              <a:rPr lang="en-US" dirty="0"/>
              <a:t>1.0 Introduction: Network  Attack </a:t>
            </a:r>
            <a:r>
              <a:rPr lang="en-US"/>
              <a:t>Simulation</a:t>
            </a:r>
            <a:endParaRPr lang="en-US" dirty="0"/>
          </a:p>
        </p:txBody>
      </p:sp>
      <p:pic>
        <p:nvPicPr>
          <p:cNvPr id="6" name="Picture 5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5DB7A5D6-B8EF-7E46-9390-BEACDD2413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728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75E8B-51ED-0CAA-6D14-A70A8780E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3244" y="1747519"/>
            <a:ext cx="4555782" cy="54450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Network Attack Simulation</a:t>
            </a:r>
          </a:p>
          <a:p>
            <a:endParaRPr lang="en-US" sz="2400"/>
          </a:p>
          <a:p>
            <a:r>
              <a:rPr lang="en-US" sz="2400"/>
              <a:t>Importance of Network Simulation (Organizations)</a:t>
            </a:r>
          </a:p>
          <a:p>
            <a:endParaRPr lang="en-US" sz="2400"/>
          </a:p>
          <a:p>
            <a:r>
              <a:rPr lang="en-US" sz="2400"/>
              <a:t>Challenges of Modern Network Attacks</a:t>
            </a:r>
          </a:p>
          <a:p>
            <a:pPr marL="0" indent="0">
              <a:buNone/>
            </a:pPr>
            <a:r>
              <a:rPr lang="en-US" sz="2400"/>
              <a:t>    (Complexity/Encryption/</a:t>
            </a:r>
            <a:r>
              <a:rPr lang="en-US" sz="2400" err="1"/>
              <a:t>DDos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    /Smurf/Ping of Death)         </a:t>
            </a:r>
            <a:r>
              <a:rPr lang="en-US" sz="2000"/>
              <a:t>       </a:t>
            </a:r>
          </a:p>
          <a:p>
            <a:endParaRPr lang="en-US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68123-5A15-4B9F-C94D-4E3C5D79D577}"/>
              </a:ext>
            </a:extLst>
          </p:cNvPr>
          <p:cNvSpPr txBox="1"/>
          <p:nvPr/>
        </p:nvSpPr>
        <p:spPr>
          <a:xfrm>
            <a:off x="10901680" y="6299200"/>
            <a:ext cx="105664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B6544-00B6-ACDC-6437-480E55645B33}"/>
              </a:ext>
            </a:extLst>
          </p:cNvPr>
          <p:cNvSpPr txBox="1"/>
          <p:nvPr/>
        </p:nvSpPr>
        <p:spPr>
          <a:xfrm>
            <a:off x="11430317" y="6311106"/>
            <a:ext cx="62563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3829287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0909C-68CC-8E1D-F5DC-980FADC34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6032"/>
            <a:ext cx="12192000" cy="10149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latin typeface="+mj-lt"/>
                <a:ea typeface="+mj-ea"/>
                <a:cs typeface="+mj-cs"/>
              </a:rPr>
              <a:t>2.0 </a:t>
            </a:r>
            <a:r>
              <a:rPr lang="en-US"/>
              <a:t>Evolution of Network Traffic Attack Generation</a:t>
            </a:r>
            <a:endParaRPr lang="en-US" kern="1200">
              <a:latin typeface="+mj-lt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0DF2616A-EC30-667A-3995-8D53EC364C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6902223"/>
              </p:ext>
            </p:extLst>
          </p:nvPr>
        </p:nvGraphicFramePr>
        <p:xfrm>
          <a:off x="337645" y="2372935"/>
          <a:ext cx="11519338" cy="2283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44DE928-9C34-0B35-F41A-AEE9432C7063}"/>
              </a:ext>
            </a:extLst>
          </p:cNvPr>
          <p:cNvSpPr txBox="1"/>
          <p:nvPr/>
        </p:nvSpPr>
        <p:spPr>
          <a:xfrm>
            <a:off x="11162459" y="6326594"/>
            <a:ext cx="1029542" cy="3790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[1][7]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2B7724-C731-D9EA-AFB0-91404672E6B9}"/>
              </a:ext>
            </a:extLst>
          </p:cNvPr>
          <p:cNvSpPr txBox="1"/>
          <p:nvPr/>
        </p:nvSpPr>
        <p:spPr>
          <a:xfrm>
            <a:off x="335567" y="4341875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Every input is Manual 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6C2DF2-527B-59DA-850E-A11E02A13C9C}"/>
              </a:ext>
            </a:extLst>
          </p:cNvPr>
          <p:cNvSpPr txBox="1"/>
          <p:nvPr/>
        </p:nvSpPr>
        <p:spPr>
          <a:xfrm>
            <a:off x="3356666" y="4244851"/>
            <a:ext cx="27431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 Program based, so very efficient since not every input is needed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BA1FA2-C243-3269-DE3D-606860AA5CF0}"/>
              </a:ext>
            </a:extLst>
          </p:cNvPr>
          <p:cNvSpPr txBox="1"/>
          <p:nvPr/>
        </p:nvSpPr>
        <p:spPr>
          <a:xfrm>
            <a:off x="6276139" y="4245602"/>
            <a:ext cx="27431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Machine Learning: System uses data to find the best way in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81041C-9BE1-0B15-6DD3-791AB73926FD}"/>
              </a:ext>
            </a:extLst>
          </p:cNvPr>
          <p:cNvSpPr txBox="1"/>
          <p:nvPr/>
        </p:nvSpPr>
        <p:spPr>
          <a:xfrm>
            <a:off x="9248133" y="4713745"/>
            <a:ext cx="274319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Agent-Based: The use of LLM/ Reinforcement learning to choose the best situation regardless of problem (</a:t>
            </a:r>
            <a:r>
              <a:rPr lang="en-US" err="1"/>
              <a:t>AgentRed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52313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F1E7273E-E5A3-4B1D-BE3E-56F045D92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9CF7FE1C-8BC5-4B0C-A2BC-93AB72C9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pPr defTabSz="45720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098957-D80F-6738-480F-C30456C1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" y="-368486"/>
            <a:ext cx="12188952" cy="1433433"/>
          </a:xfrm>
        </p:spPr>
        <p:txBody>
          <a:bodyPr anchor="b">
            <a:normAutofit/>
          </a:bodyPr>
          <a:lstStyle/>
          <a:p>
            <a:pPr algn="ctr"/>
            <a:r>
              <a:rPr lang="en-US"/>
              <a:t>3.0 AgentRed Purpose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E8796-3F6E-AA75-A823-A1ADFF8FE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9374" y="1970589"/>
            <a:ext cx="5966722" cy="38051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000"/>
          </a:p>
          <a:p>
            <a:r>
              <a:rPr lang="en-US" sz="2600" b="1"/>
              <a:t>Automates</a:t>
            </a:r>
            <a:r>
              <a:rPr lang="en-US" sz="2600"/>
              <a:t> Network Attack Traffic Generation</a:t>
            </a:r>
          </a:p>
          <a:p>
            <a:pPr marL="0" indent="0">
              <a:buNone/>
            </a:pPr>
            <a:endParaRPr lang="en-US" sz="2600"/>
          </a:p>
          <a:p>
            <a:r>
              <a:rPr lang="en-US" sz="2600" b="1"/>
              <a:t>Improves</a:t>
            </a:r>
            <a:r>
              <a:rPr lang="en-US" sz="2600"/>
              <a:t> Organizational Security</a:t>
            </a:r>
          </a:p>
          <a:p>
            <a:endParaRPr lang="en-US" sz="2600"/>
          </a:p>
          <a:p>
            <a:r>
              <a:rPr lang="en-US" sz="2600" b="1"/>
              <a:t>Replaces</a:t>
            </a:r>
            <a:r>
              <a:rPr lang="en-US" sz="2600"/>
              <a:t> Legacy Systems</a:t>
            </a:r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DFB057-2644-EE30-F054-F00BE364BFF1}"/>
              </a:ext>
            </a:extLst>
          </p:cNvPr>
          <p:cNvSpPr txBox="1"/>
          <p:nvPr/>
        </p:nvSpPr>
        <p:spPr>
          <a:xfrm>
            <a:off x="11089323" y="6356985"/>
            <a:ext cx="3064668" cy="7232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/>
              <a:t>[1]</a:t>
            </a:r>
          </a:p>
          <a:p>
            <a:pPr algn="l">
              <a:spcAft>
                <a:spcPts val="600"/>
              </a:spcAft>
            </a:pPr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6547352-3E7F-79F7-22FE-394960F73D07}"/>
              </a:ext>
            </a:extLst>
          </p:cNvPr>
          <p:cNvGrpSpPr/>
          <p:nvPr/>
        </p:nvGrpSpPr>
        <p:grpSpPr>
          <a:xfrm>
            <a:off x="728435" y="1727541"/>
            <a:ext cx="4291274" cy="4291274"/>
            <a:chOff x="728435" y="1727541"/>
            <a:chExt cx="4291274" cy="4291274"/>
          </a:xfrm>
        </p:grpSpPr>
        <p:pic>
          <p:nvPicPr>
            <p:cNvPr id="20" name="Graphic 19" descr="Target with solid fill">
              <a:extLst>
                <a:ext uri="{FF2B5EF4-FFF2-40B4-BE49-F238E27FC236}">
                  <a16:creationId xmlns:a16="http://schemas.microsoft.com/office/drawing/2014/main" id="{8DF79EE5-42B1-42CE-E66E-1324E673B6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/>
          </p:blipFill>
          <p:spPr>
            <a:xfrm>
              <a:off x="728435" y="1727541"/>
              <a:ext cx="4291274" cy="4291274"/>
            </a:xfrm>
            <a:prstGeom prst="rect">
              <a:avLst/>
            </a:prstGeom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481007A-8E0F-0FA9-FDC8-A0828386180A}"/>
                </a:ext>
              </a:extLst>
            </p:cNvPr>
            <p:cNvGrpSpPr/>
            <p:nvPr/>
          </p:nvGrpSpPr>
          <p:grpSpPr>
            <a:xfrm>
              <a:off x="2350891" y="3360164"/>
              <a:ext cx="1046361" cy="1046361"/>
              <a:chOff x="1941488" y="3841049"/>
              <a:chExt cx="1046361" cy="1046361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B25EBB33-9DD5-65CA-B263-A713C56110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27552" y="3929501"/>
                <a:ext cx="836517" cy="836517"/>
              </a:xfrm>
              <a:prstGeom prst="rect">
                <a:avLst/>
              </a:prstGeom>
            </p:spPr>
          </p:pic>
          <p:pic>
            <p:nvPicPr>
              <p:cNvPr id="5" name="Graphic 4" descr="Artificial Intelligence with solid fill">
                <a:extLst>
                  <a:ext uri="{FF2B5EF4-FFF2-40B4-BE49-F238E27FC236}">
                    <a16:creationId xmlns:a16="http://schemas.microsoft.com/office/drawing/2014/main" id="{D0167FB5-B6FE-C049-4B0E-9D5F38707D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941488" y="3841049"/>
                <a:ext cx="1046361" cy="104636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91459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2B551-8962-DDC0-7230-E24B2B063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54051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tx2"/>
                </a:solidFill>
              </a:rPr>
              <a:t>4.0 How AgentRed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2FD8E-E7E2-EDFE-790A-E34B6A68C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5387" y="2108019"/>
            <a:ext cx="6469180" cy="4003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lnSpc>
                <a:spcPct val="170000"/>
              </a:lnSpc>
            </a:pPr>
            <a:r>
              <a:rPr lang="en-US" sz="2600">
                <a:solidFill>
                  <a:schemeClr val="tx2"/>
                </a:solidFill>
              </a:rPr>
              <a:t>Receives User Commands</a:t>
            </a:r>
          </a:p>
          <a:p>
            <a:pPr marL="285750" indent="-285750">
              <a:lnSpc>
                <a:spcPct val="170000"/>
              </a:lnSpc>
            </a:pPr>
            <a:r>
              <a:rPr lang="en-US" sz="2600">
                <a:solidFill>
                  <a:schemeClr val="tx2"/>
                </a:solidFill>
              </a:rPr>
              <a:t>Selects or Trains LoRA Adapter(add-on)</a:t>
            </a:r>
            <a:endParaRPr lang="en-US" sz="2200">
              <a:solidFill>
                <a:schemeClr val="tx2"/>
              </a:solidFill>
            </a:endParaRPr>
          </a:p>
          <a:p>
            <a:pPr marL="285750" indent="-285750">
              <a:lnSpc>
                <a:spcPct val="170000"/>
              </a:lnSpc>
            </a:pPr>
            <a:r>
              <a:rPr lang="en-US" sz="2600">
                <a:solidFill>
                  <a:schemeClr val="tx2"/>
                </a:solidFill>
              </a:rPr>
              <a:t>Searches For Attack Information </a:t>
            </a:r>
          </a:p>
          <a:p>
            <a:pPr>
              <a:lnSpc>
                <a:spcPct val="170000"/>
              </a:lnSpc>
            </a:pPr>
            <a:r>
              <a:rPr lang="en-US" sz="2600">
                <a:solidFill>
                  <a:schemeClr val="tx2"/>
                </a:solidFill>
              </a:rPr>
              <a:t>Generates Attack Packets</a:t>
            </a:r>
          </a:p>
        </p:txBody>
      </p:sp>
      <p:pic>
        <p:nvPicPr>
          <p:cNvPr id="21" name="Graphic 20" descr="Decision chart outline">
            <a:extLst>
              <a:ext uri="{FF2B5EF4-FFF2-40B4-BE49-F238E27FC236}">
                <a16:creationId xmlns:a16="http://schemas.microsoft.com/office/drawing/2014/main" id="{861D2D33-DF48-1CA6-A9F6-C9D401043D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777429" y="1903282"/>
            <a:ext cx="3620021" cy="36200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25C737-0329-15D0-7D52-FD7DDC7A9270}"/>
              </a:ext>
            </a:extLst>
          </p:cNvPr>
          <p:cNvSpPr txBox="1"/>
          <p:nvPr/>
        </p:nvSpPr>
        <p:spPr>
          <a:xfrm>
            <a:off x="11397450" y="6383167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4105157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F416B82-04DF-DAD1-EEE1-BA7663C081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401" b="5401"/>
          <a:stretch/>
        </p:blipFill>
        <p:spPr>
          <a:xfrm>
            <a:off x="0" y="706056"/>
            <a:ext cx="12192000" cy="61519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E07535-06B2-196F-6322-6B0F3B3AC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61931"/>
          </a:xfrm>
        </p:spPr>
        <p:txBody>
          <a:bodyPr/>
          <a:lstStyle/>
          <a:p>
            <a:pPr algn="ctr"/>
            <a:r>
              <a:rPr lang="en-US"/>
              <a:t>5.0 AgentRed Workflow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49BB6C-357C-50DA-6152-95D954517A84}"/>
              </a:ext>
            </a:extLst>
          </p:cNvPr>
          <p:cNvSpPr txBox="1"/>
          <p:nvPr/>
        </p:nvSpPr>
        <p:spPr>
          <a:xfrm>
            <a:off x="11519442" y="6255143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934B10-5A3B-0910-F8C4-8D84EE27C7AD}"/>
              </a:ext>
            </a:extLst>
          </p:cNvPr>
          <p:cNvSpPr txBox="1"/>
          <p:nvPr/>
        </p:nvSpPr>
        <p:spPr>
          <a:xfrm>
            <a:off x="7490881" y="1855046"/>
            <a:ext cx="30408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Figure 1: Workflow [1]</a:t>
            </a:r>
          </a:p>
        </p:txBody>
      </p:sp>
    </p:spTree>
    <p:extLst>
      <p:ext uri="{BB962C8B-B14F-4D97-AF65-F5344CB8AC3E}">
        <p14:creationId xmlns:p14="http://schemas.microsoft.com/office/powerpoint/2010/main" val="2041785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18A683-408E-EA26-8914-9F4C4570D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/>
              <a:t>6</a:t>
            </a:r>
            <a:r>
              <a:rPr lang="en-US" sz="5000" kern="1200">
                <a:latin typeface="+mj-lt"/>
                <a:ea typeface="+mj-ea"/>
                <a:cs typeface="+mj-cs"/>
              </a:rPr>
              <a:t>.0 Limitations of Existing Tools</a:t>
            </a:r>
          </a:p>
        </p:txBody>
      </p:sp>
      <p:sp>
        <p:nvSpPr>
          <p:cNvPr id="2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BCC74-B92F-88C4-D617-A0736D3E7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Traffic Generation Scope</a:t>
            </a:r>
            <a:endParaRPr lang="en-US"/>
          </a:p>
          <a:p>
            <a:pPr marL="0" indent="0">
              <a:buNone/>
            </a:pPr>
            <a:r>
              <a:rPr lang="en-US" sz="2200"/>
              <a:t> (Hping3)</a:t>
            </a:r>
            <a:endParaRPr lang="en-US"/>
          </a:p>
          <a:p>
            <a:r>
              <a:rPr lang="en-US" sz="2200"/>
              <a:t>High maintenance/manual work (Scrapy)</a:t>
            </a:r>
          </a:p>
          <a:p>
            <a:r>
              <a:rPr lang="en-US" sz="2200"/>
              <a:t>Static Models (</a:t>
            </a:r>
            <a:r>
              <a:rPr lang="en-US" sz="2200" err="1"/>
              <a:t>NetGPT</a:t>
            </a:r>
            <a:r>
              <a:rPr lang="en-US" sz="2200"/>
              <a:t>)</a:t>
            </a:r>
          </a:p>
          <a:p>
            <a:r>
              <a:rPr lang="en-US" sz="2200"/>
              <a:t>Complex Setups &amp; Resources</a:t>
            </a:r>
          </a:p>
          <a:p>
            <a:pPr marL="0"/>
            <a:r>
              <a:rPr lang="en-US" sz="2200"/>
              <a:t> (</a:t>
            </a:r>
            <a:r>
              <a:rPr lang="en-US" sz="2200" err="1"/>
              <a:t>TrafficGPT</a:t>
            </a:r>
            <a:r>
              <a:rPr lang="en-US" sz="2200"/>
              <a:t>)</a:t>
            </a:r>
          </a:p>
          <a:p>
            <a:endParaRPr lang="en-US" sz="2200"/>
          </a:p>
          <a:p>
            <a:endParaRPr lang="en-US" sz="2200"/>
          </a:p>
          <a:p>
            <a:endParaRPr lang="en-US" sz="2200"/>
          </a:p>
          <a:p>
            <a:endParaRPr lang="en-US" sz="2200"/>
          </a:p>
        </p:txBody>
      </p:sp>
      <p:pic>
        <p:nvPicPr>
          <p:cNvPr id="5" name="Picture 4" descr="hping3 - Advanced Guide to Network Testing, Security Audits, and ...">
            <a:extLst>
              <a:ext uri="{FF2B5EF4-FFF2-40B4-BE49-F238E27FC236}">
                <a16:creationId xmlns:a16="http://schemas.microsoft.com/office/drawing/2014/main" id="{F5B0CC7A-30A7-DC5B-FA0B-1560A53476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B90110-221D-2AE4-2156-FFCE6FDA0A8F}"/>
              </a:ext>
            </a:extLst>
          </p:cNvPr>
          <p:cNvSpPr txBox="1"/>
          <p:nvPr/>
        </p:nvSpPr>
        <p:spPr>
          <a:xfrm>
            <a:off x="10583354" y="6370873"/>
            <a:ext cx="1605017" cy="48608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>
                <a:solidFill>
                  <a:schemeClr val="bg1"/>
                </a:solidFill>
              </a:rPr>
              <a:t>[1][3][4][6]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797D0B-40B0-154C-A95D-459130F911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21" y="2318786"/>
            <a:ext cx="3811598" cy="44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547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D1942232-83D0-49E2-AF9B-1F97E3C1E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E70D72-6E23-4015-A4A6-85C120C1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7D29A9-8E39-CD3C-5C4D-DD571B8D5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5424" y="69113"/>
            <a:ext cx="6640789" cy="791557"/>
          </a:xfrm>
        </p:spPr>
        <p:txBody>
          <a:bodyPr anchor="b">
            <a:normAutofit/>
          </a:bodyPr>
          <a:lstStyle/>
          <a:p>
            <a:pPr algn="ctr"/>
            <a:r>
              <a:rPr lang="en-US">
                <a:solidFill>
                  <a:schemeClr val="tx2"/>
                </a:solidFill>
              </a:rPr>
              <a:t>7.0 Why Choose AgentRed?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28A977F-B603-4D81-B0FC-C8DE048A7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183CE8C-E039-4B2F-A36E-5FD5CD5DE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EB77281-FAB4-40D0-B3F3-264EC4AB20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15E59F3-75FC-494F-8737-5F00A4964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3ADDCFA-B066-4D79-AB71-062E66E58F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BA5C0EB5-3E23-700D-BF25-F91F6A7F27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9" t="21885" r="1925" b="6893"/>
          <a:stretch>
            <a:fillRect/>
          </a:stretch>
        </p:blipFill>
        <p:spPr>
          <a:xfrm>
            <a:off x="-1914" y="4332614"/>
            <a:ext cx="10927857" cy="252666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0DF3F-0D25-96A3-B965-614C9D9EE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5424" y="929782"/>
            <a:ext cx="8483660" cy="33700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solidFill>
                  <a:schemeClr val="tx2"/>
                </a:solidFill>
              </a:rPr>
              <a:t>Lightweight(&lt; 1B parameters)</a:t>
            </a:r>
          </a:p>
          <a:p>
            <a:r>
              <a:rPr lang="en-US" sz="2400">
                <a:solidFill>
                  <a:schemeClr val="tx2"/>
                </a:solidFill>
              </a:rPr>
              <a:t>Minimal Setup</a:t>
            </a:r>
          </a:p>
          <a:p>
            <a:r>
              <a:rPr lang="en-US" sz="2400">
                <a:solidFill>
                  <a:schemeClr val="tx2"/>
                </a:solidFill>
              </a:rPr>
              <a:t>Minimal Human Configuration</a:t>
            </a:r>
          </a:p>
          <a:p>
            <a:r>
              <a:rPr lang="en-US" sz="2400">
                <a:solidFill>
                  <a:schemeClr val="tx2"/>
                </a:solidFill>
              </a:rPr>
              <a:t>Can </a:t>
            </a:r>
            <a:r>
              <a:rPr lang="en-US" sz="2400">
                <a:solidFill>
                  <a:schemeClr val="tx2"/>
                </a:solidFill>
                <a:ea typeface="+mn-lt"/>
                <a:cs typeface="+mn-lt"/>
              </a:rPr>
              <a:t>Autonomously train </a:t>
            </a:r>
            <a:r>
              <a:rPr lang="en-US" sz="2400" err="1">
                <a:solidFill>
                  <a:schemeClr val="tx2"/>
                </a:solidFill>
                <a:ea typeface="+mn-lt"/>
                <a:cs typeface="+mn-lt"/>
              </a:rPr>
              <a:t>LoRAs</a:t>
            </a:r>
            <a:endParaRPr lang="en-US" sz="2400">
              <a:solidFill>
                <a:schemeClr val="tx2"/>
              </a:solidFill>
            </a:endParaRPr>
          </a:p>
          <a:p>
            <a:r>
              <a:rPr lang="en-US" sz="2400">
                <a:solidFill>
                  <a:schemeClr val="tx2"/>
                </a:solidFill>
              </a:rPr>
              <a:t>98% Accuracy with </a:t>
            </a:r>
            <a:r>
              <a:rPr lang="en-US" sz="2400" err="1">
                <a:solidFill>
                  <a:schemeClr val="tx2"/>
                </a:solidFill>
              </a:rPr>
              <a:t>LoRAs</a:t>
            </a:r>
            <a:endParaRPr lang="en-US" sz="2400">
              <a:solidFill>
                <a:schemeClr val="tx2"/>
              </a:solidFill>
            </a:endParaRPr>
          </a:p>
          <a:p>
            <a:r>
              <a:rPr lang="en-US" sz="2400">
                <a:solidFill>
                  <a:schemeClr val="tx2"/>
                </a:solidFill>
              </a:rPr>
              <a:t>95.2% Accuracy with Base Model</a:t>
            </a:r>
          </a:p>
          <a:p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78D9229-E61D-4FEE-8321-2F8B64A8C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FDD3CCB-26A3-4D79-AEB6-7A60CF980D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9AC4470-5113-4709-B29F-CDB937F254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E0D146C-9DAB-421E-AE88-5F854BF3F7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2EB32A5-4408-4F6C-84B2-F9A908237A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6F6E530-FA36-C5DB-7BBE-FA30E4F631C5}"/>
              </a:ext>
            </a:extLst>
          </p:cNvPr>
          <p:cNvSpPr txBox="1"/>
          <p:nvPr/>
        </p:nvSpPr>
        <p:spPr>
          <a:xfrm>
            <a:off x="11317211" y="6356353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/>
              <a:t>[1][2]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2213AD-5CEF-7692-9354-FE68279C6B80}"/>
              </a:ext>
            </a:extLst>
          </p:cNvPr>
          <p:cNvSpPr txBox="1"/>
          <p:nvPr/>
        </p:nvSpPr>
        <p:spPr>
          <a:xfrm>
            <a:off x="227985" y="3155910"/>
            <a:ext cx="372144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Figure 2: Accuracy Comparison [1]</a:t>
            </a:r>
          </a:p>
        </p:txBody>
      </p:sp>
    </p:spTree>
    <p:extLst>
      <p:ext uri="{BB962C8B-B14F-4D97-AF65-F5344CB8AC3E}">
        <p14:creationId xmlns:p14="http://schemas.microsoft.com/office/powerpoint/2010/main" val="1388845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ight bulb with a dollar sign inside&#10;&#10;AI-generated content may be incorrect.">
            <a:extLst>
              <a:ext uri="{FF2B5EF4-FFF2-40B4-BE49-F238E27FC236}">
                <a16:creationId xmlns:a16="http://schemas.microsoft.com/office/drawing/2014/main" id="{112547CC-85B3-7BD9-5F03-8AC5BCB301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54" r="10538" b="2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C8550B-597A-4FE7-6D9D-3F3E89ED8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8.0 Financial &amp; Environmental</a:t>
            </a:r>
            <a:br>
              <a:rPr lang="en-US" sz="4000"/>
            </a:br>
            <a:r>
              <a:rPr lang="en-US" sz="4000"/>
              <a:t> 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4C607-617A-6387-DBC8-7C84108FB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4143999" cy="3742762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sz="2400"/>
              <a:t>Cost effective on Hardware (light weight)</a:t>
            </a:r>
          </a:p>
          <a:p>
            <a:r>
              <a:rPr lang="en-US" sz="2400"/>
              <a:t>No Heavy LLMs integration  (GPUs, Electricity, Water)</a:t>
            </a:r>
          </a:p>
          <a:p>
            <a:r>
              <a:rPr lang="en-US" sz="2400"/>
              <a:t>Small Model = Lower Energy Consumptions</a:t>
            </a:r>
          </a:p>
          <a:p>
            <a:r>
              <a:rPr lang="en-US" sz="2400" err="1"/>
              <a:t>LoRAs</a:t>
            </a:r>
            <a:r>
              <a:rPr lang="en-US" sz="2400"/>
              <a:t> adapters = Cheap and Efficient</a:t>
            </a:r>
          </a:p>
          <a:p>
            <a:r>
              <a:rPr lang="en-US" sz="2400"/>
              <a:t>Reduce Labor Costs</a:t>
            </a:r>
          </a:p>
          <a:p>
            <a:endParaRPr lang="en-US" sz="2000"/>
          </a:p>
          <a:p>
            <a:endParaRPr lang="en-US" sz="2000"/>
          </a:p>
          <a:p>
            <a:endParaRPr lang="en-US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0C065E-FA35-162A-59FE-916E72209CF9}"/>
              </a:ext>
            </a:extLst>
          </p:cNvPr>
          <p:cNvSpPr txBox="1"/>
          <p:nvPr/>
        </p:nvSpPr>
        <p:spPr>
          <a:xfrm>
            <a:off x="11162458" y="6326594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/>
              <a:t>[1][5]</a:t>
            </a:r>
          </a:p>
        </p:txBody>
      </p:sp>
    </p:spTree>
    <p:extLst>
      <p:ext uri="{BB962C8B-B14F-4D97-AF65-F5344CB8AC3E}">
        <p14:creationId xmlns:p14="http://schemas.microsoft.com/office/powerpoint/2010/main" val="592567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C2A14-0A89-3968-72BF-334547EF8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9.0 Next Steps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36CEB9-BCCC-CE58-D34E-46236955CA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3536563"/>
              </p:ext>
            </p:extLst>
          </p:nvPr>
        </p:nvGraphicFramePr>
        <p:xfrm>
          <a:off x="-333374" y="1825624"/>
          <a:ext cx="12763500" cy="4251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FB4031F6-784A-2A2E-606B-E71D722A2067}"/>
              </a:ext>
            </a:extLst>
          </p:cNvPr>
          <p:cNvSpPr txBox="1"/>
          <p:nvPr/>
        </p:nvSpPr>
        <p:spPr>
          <a:xfrm>
            <a:off x="11263566" y="6323636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3685364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31C5B-45E5-3E61-3A08-743252A78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pPr algn="ctr"/>
            <a:r>
              <a:rPr lang="en-US"/>
              <a:t>10.0 Conclusion 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65484B-B6FE-9B24-6871-53C07BE7E5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3501151"/>
              </p:ext>
            </p:extLst>
          </p:nvPr>
        </p:nvGraphicFramePr>
        <p:xfrm>
          <a:off x="0" y="1690688"/>
          <a:ext cx="12192000" cy="4957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5119CAFE-2DF0-55DD-C66E-A48F8AF297FE}"/>
              </a:ext>
            </a:extLst>
          </p:cNvPr>
          <p:cNvSpPr txBox="1"/>
          <p:nvPr/>
        </p:nvSpPr>
        <p:spPr>
          <a:xfrm>
            <a:off x="11358816" y="6278969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3269355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Yellow question mark">
            <a:extLst>
              <a:ext uri="{FF2B5EF4-FFF2-40B4-BE49-F238E27FC236}">
                <a16:creationId xmlns:a16="http://schemas.microsoft.com/office/drawing/2014/main" id="{6E9D3330-6B90-9332-E3A8-5296E50C3B9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-1" b="6226"/>
          <a:stretch>
            <a:fillRect/>
          </a:stretch>
        </p:blipFill>
        <p:spPr>
          <a:xfrm>
            <a:off x="-33108" y="2616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30AD8C-680A-42EC-997A-63119842F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8334" y="170913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b="1">
                <a:solidFill>
                  <a:schemeClr val="bg1"/>
                </a:solidFill>
              </a:rPr>
              <a:t>ANY  QUESTIONS?</a:t>
            </a:r>
          </a:p>
          <a:p>
            <a:pPr algn="ctr"/>
            <a:endParaRPr lang="en-US" sz="6600" b="1">
              <a:solidFill>
                <a:schemeClr val="bg1"/>
              </a:solidFill>
            </a:endParaRPr>
          </a:p>
        </p:txBody>
      </p:sp>
      <p:sp>
        <p:nvSpPr>
          <p:cNvPr id="40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027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7DFF1-5A9F-6037-B807-6202C5BB2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632029"/>
          </a:xfrm>
        </p:spPr>
        <p:txBody>
          <a:bodyPr/>
          <a:lstStyle/>
          <a:p>
            <a:pPr algn="ctr"/>
            <a:r>
              <a:rPr lang="en-US"/>
              <a:t>References</a:t>
            </a:r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A4A60-E952-8C4C-BE07-9E669E6AA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0699"/>
            <a:ext cx="12192000" cy="578155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>
                <a:highlight>
                  <a:srgbClr val="FFFFFF"/>
                </a:highlight>
                <a:ea typeface="+mn-lt"/>
                <a:cs typeface="+mn-lt"/>
              </a:rPr>
              <a:t>[1]  K. A. Koffi, K. Lucke, E. D. Darko, T. Berhanu, R. A. Borrelli, and C. Kolias, “</a:t>
            </a:r>
            <a:r>
              <a:rPr lang="en-US" sz="1800" i="1">
                <a:highlight>
                  <a:srgbClr val="FFFFFF"/>
                </a:highlight>
                <a:ea typeface="+mn-lt"/>
                <a:cs typeface="+mn-lt"/>
              </a:rPr>
              <a:t>AgentRed: Towards an Agent-Based Approach to Automated Network Attack Traffic Generation</a:t>
            </a:r>
            <a:r>
              <a:rPr lang="en-US" sz="1800">
                <a:highlight>
                  <a:srgbClr val="FFFFFF"/>
                </a:highlight>
                <a:ea typeface="+mn-lt"/>
                <a:cs typeface="+mn-lt"/>
              </a:rPr>
              <a:t>,” Algorithms, vol. 19, no. 1, p. 43, Jan. 2026. [Online]. Available: https://doi.org/10.3390/a19010043. Accessed: Apr. 5, 2026.</a:t>
            </a:r>
            <a:endParaRPr lang="en-US" sz="1800">
              <a:highlight>
                <a:srgbClr val="FFFFFF"/>
              </a:highlight>
            </a:endParaRPr>
          </a:p>
          <a:p>
            <a:r>
              <a:rPr lang="en-US" sz="1800">
                <a:highlight>
                  <a:srgbClr val="FFFFFF"/>
                </a:highlight>
              </a:rPr>
              <a:t>[2]  </a:t>
            </a:r>
            <a:r>
              <a:rPr lang="en-US" sz="1800">
                <a:highlight>
                  <a:srgbClr val="FFFFFF"/>
                </a:highlight>
                <a:ea typeface="+mn-lt"/>
                <a:cs typeface="+mn-lt"/>
              </a:rPr>
              <a:t>S. Sharma, “What is Low Rank Adaptation (LoRA)?,” </a:t>
            </a:r>
            <a:r>
              <a:rPr lang="en-US" sz="1800" err="1">
                <a:highlight>
                  <a:srgbClr val="FFFFFF"/>
                </a:highlight>
                <a:ea typeface="+mn-lt"/>
                <a:cs typeface="+mn-lt"/>
              </a:rPr>
              <a:t>GeeksforGeeks</a:t>
            </a:r>
            <a:r>
              <a:rPr lang="en-US" sz="1800">
                <a:highlight>
                  <a:srgbClr val="FFFFFF"/>
                </a:highlight>
                <a:ea typeface="+mn-lt"/>
                <a:cs typeface="+mn-lt"/>
              </a:rPr>
              <a:t>, [Online]. Available: https://www.geeksforgeeks.org/deep-learning/what-is-low-rank-adaptation-lora. Accessed: Apr. 5, 2026.</a:t>
            </a:r>
          </a:p>
          <a:p>
            <a:r>
              <a:rPr lang="en-US" sz="1800">
                <a:highlight>
                  <a:srgbClr val="FFFFFF"/>
                </a:highlight>
                <a:latin typeface="Aptos"/>
              </a:rPr>
              <a:t>[3]</a:t>
            </a:r>
            <a:r>
              <a:rPr lang="en-US" sz="1800" b="1">
                <a:highlight>
                  <a:srgbClr val="FFFFFF"/>
                </a:highlight>
                <a:latin typeface="Aptos"/>
              </a:rPr>
              <a:t> </a:t>
            </a:r>
            <a:r>
              <a:rPr lang="en-US" sz="1800">
                <a:highlight>
                  <a:srgbClr val="FFFFFF"/>
                </a:highlight>
                <a:ea typeface="+mn-lt"/>
                <a:cs typeface="+mn-lt"/>
              </a:rPr>
              <a:t>X. Meng, C. Lin, Y. Wang, and Y. Zhang, “</a:t>
            </a:r>
            <a:r>
              <a:rPr lang="en-US" sz="1800" i="1" err="1">
                <a:highlight>
                  <a:srgbClr val="FFFFFF"/>
                </a:highlight>
                <a:ea typeface="+mn-lt"/>
                <a:cs typeface="+mn-lt"/>
              </a:rPr>
              <a:t>NetGPT</a:t>
            </a:r>
            <a:r>
              <a:rPr lang="en-US" sz="1800" i="1">
                <a:highlight>
                  <a:srgbClr val="FFFFFF"/>
                </a:highlight>
                <a:ea typeface="+mn-lt"/>
                <a:cs typeface="+mn-lt"/>
              </a:rPr>
              <a:t>: Generative Pretrained Transformer for Network Traffic</a:t>
            </a:r>
            <a:r>
              <a:rPr lang="en-US" sz="1800">
                <a:highlight>
                  <a:srgbClr val="FFFFFF"/>
                </a:highlight>
                <a:ea typeface="+mn-lt"/>
                <a:cs typeface="+mn-lt"/>
              </a:rPr>
              <a:t>,” arXiv:2304.09513 [cs.NI], version 3, Aug. 28, 2025. [Online]. Available: https://arxiv.org/abs/2304.09513. Accessed: Apr. 5, 2026.</a:t>
            </a:r>
          </a:p>
          <a:p>
            <a:r>
              <a:rPr lang="en-US" sz="1800">
                <a:highlight>
                  <a:srgbClr val="FFFFFF"/>
                </a:highlight>
                <a:ea typeface="+mn-lt"/>
                <a:cs typeface="+mn-lt"/>
              </a:rPr>
              <a:t>[4] </a:t>
            </a:r>
            <a:r>
              <a:rPr lang="en-US" sz="1800" err="1">
                <a:highlight>
                  <a:srgbClr val="FFFFFF"/>
                </a:highlight>
                <a:ea typeface="+mn-lt"/>
                <a:cs typeface="+mn-lt"/>
              </a:rPr>
              <a:t>GeeksforGeeks</a:t>
            </a:r>
            <a:r>
              <a:rPr lang="en-US" sz="1800">
                <a:highlight>
                  <a:srgbClr val="FFFFFF"/>
                </a:highlight>
                <a:ea typeface="+mn-lt"/>
                <a:cs typeface="+mn-lt"/>
              </a:rPr>
              <a:t>, “hping3 command in Linux.” [Online]. Available: https://www.geeksforgeeks.org/linux-unix/hping3-command-in-linux. Accessed: Apr. 5, 2026.</a:t>
            </a:r>
          </a:p>
          <a:p>
            <a:r>
              <a:rPr lang="en-US" sz="1800">
                <a:highlight>
                  <a:srgbClr val="FFFFFF"/>
                </a:highlight>
                <a:ea typeface="+mn-lt"/>
                <a:cs typeface="+mn-lt"/>
              </a:rPr>
              <a:t>[5] Araz Bozkurt, “AI’s Thirst, AI’s Heat, AI’s Waste: Exposing the Hidden Environmental Impact of Every Artificial Intelligence Interaction.” [Online]. Available: https://openpraxis.org/articles/10.55982/openpraxis.17.4.1058. [Apr. 5, 2026].</a:t>
            </a:r>
          </a:p>
          <a:p>
            <a:r>
              <a:rPr lang="en-US" sz="1800">
                <a:highlight>
                  <a:srgbClr val="FFFFFF"/>
                </a:highlight>
                <a:ea typeface="+mn-lt"/>
                <a:cs typeface="+mn-lt"/>
              </a:rPr>
              <a:t>[6] S. Sharma, “Developers – How To: Crawling the Web with Scrapy,” </a:t>
            </a:r>
            <a:r>
              <a:rPr lang="en-US" sz="1800" i="1">
                <a:highlight>
                  <a:srgbClr val="FFFFFF"/>
                </a:highlight>
                <a:ea typeface="+mn-lt"/>
                <a:cs typeface="+mn-lt"/>
              </a:rPr>
              <a:t>Open Source For You</a:t>
            </a:r>
            <a:r>
              <a:rPr lang="en-US" sz="1800">
                <a:highlight>
                  <a:srgbClr val="FFFFFF"/>
                </a:highlight>
                <a:ea typeface="+mn-lt"/>
                <a:cs typeface="+mn-lt"/>
              </a:rPr>
              <a:t>, vol. 5, no. 1, pp. 1–5, Sept. 2017. [Online]. Available: https://go-gale-com.stlawrence.idm.oclc.org/ </a:t>
            </a:r>
            <a:r>
              <a:rPr lang="en-US" sz="1800" err="1">
                <a:highlight>
                  <a:srgbClr val="FFFFFF"/>
                </a:highlight>
                <a:ea typeface="+mn-lt"/>
                <a:cs typeface="+mn-lt"/>
              </a:rPr>
              <a:t>ps</a:t>
            </a:r>
            <a:r>
              <a:rPr lang="en-US" sz="1800">
                <a:highlight>
                  <a:srgbClr val="FFFFFF"/>
                </a:highlight>
                <a:ea typeface="+mn-lt"/>
                <a:cs typeface="+mn-lt"/>
              </a:rPr>
              <a:t>/</a:t>
            </a:r>
            <a:r>
              <a:rPr lang="en-US" sz="1800" err="1">
                <a:highlight>
                  <a:srgbClr val="FFFFFF"/>
                </a:highlight>
                <a:ea typeface="+mn-lt"/>
                <a:cs typeface="+mn-lt"/>
              </a:rPr>
              <a:t>i.do?p</a:t>
            </a:r>
            <a:r>
              <a:rPr lang="en-US" sz="1800">
                <a:highlight>
                  <a:srgbClr val="FFFFFF"/>
                </a:highlight>
                <a:ea typeface="+mn-lt"/>
                <a:cs typeface="+mn-lt"/>
              </a:rPr>
              <a:t>=</a:t>
            </a:r>
            <a:r>
              <a:rPr lang="en-US" sz="1800" err="1">
                <a:highlight>
                  <a:srgbClr val="FFFFFF"/>
                </a:highlight>
                <a:ea typeface="+mn-lt"/>
                <a:cs typeface="+mn-lt"/>
              </a:rPr>
              <a:t>ITOF&amp;u</a:t>
            </a:r>
            <a:r>
              <a:rPr lang="en-US" sz="1800">
                <a:highlight>
                  <a:srgbClr val="FFFFFF"/>
                </a:highlight>
                <a:ea typeface="+mn-lt"/>
                <a:cs typeface="+mn-lt"/>
              </a:rPr>
              <a:t>=</a:t>
            </a:r>
            <a:r>
              <a:rPr lang="en-US" sz="1800" err="1">
                <a:highlight>
                  <a:srgbClr val="FFFFFF"/>
                </a:highlight>
                <a:ea typeface="+mn-lt"/>
                <a:cs typeface="+mn-lt"/>
              </a:rPr>
              <a:t>ko_acd_slc&amp;id</a:t>
            </a:r>
            <a:r>
              <a:rPr lang="en-US" sz="1800">
                <a:highlight>
                  <a:srgbClr val="FFFFFF"/>
                </a:highlight>
                <a:ea typeface="+mn-lt"/>
                <a:cs typeface="+mn-lt"/>
              </a:rPr>
              <a:t>=GALE|A502813831 Accessed: Apr. 5, 2026.</a:t>
            </a:r>
          </a:p>
          <a:p>
            <a:r>
              <a:rPr lang="en-US" sz="1800">
                <a:highlight>
                  <a:srgbClr val="FFFFFF"/>
                </a:highlight>
                <a:ea typeface="+mn-lt"/>
                <a:cs typeface="+mn-lt"/>
              </a:rPr>
              <a:t>[7] Z. Zhang, S. Kong, T. Xiao, A. Yang, “</a:t>
            </a:r>
            <a:r>
              <a:rPr lang="en-US" sz="1800">
                <a:highlight>
                  <a:srgbClr val="FFFFFF"/>
                </a:highlight>
              </a:rPr>
              <a:t>A Network Intrusion Detection Method Based on Bagging Ensemble</a:t>
            </a:r>
            <a:r>
              <a:rPr lang="en-US" sz="1800">
                <a:highlight>
                  <a:srgbClr val="FFFFFF"/>
                </a:highlight>
                <a:ea typeface="+mn-lt"/>
                <a:cs typeface="+mn-lt"/>
              </a:rPr>
              <a:t>,” Symmetry, vol. 16, no.7, July 2024,[Online]. Available: https://research-ebsco-com.stlawrence.idm.oclc.org/linkprocessor/plink?id=2e070e15-d142-3aae-88c2-7ebab4966e21. Accessed: Apr.5, 2026.</a:t>
            </a:r>
          </a:p>
          <a:p>
            <a:endParaRPr lang="en-US" sz="1600">
              <a:highlight>
                <a:srgbClr val="FFFFFF"/>
              </a:highlight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91996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14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       Automated Network Attack Traffic Simulation</vt:lpstr>
      <vt:lpstr>Table of Contents</vt:lpstr>
      <vt:lpstr>1.0 Introduction: Network  Attack Simulation</vt:lpstr>
      <vt:lpstr>2.0 Evolution of Network Traffic Attack Generation</vt:lpstr>
      <vt:lpstr>3.0 AgentRed Purpose </vt:lpstr>
      <vt:lpstr>4.0 How AgentRed Works</vt:lpstr>
      <vt:lpstr>5.0 AgentRed Workflow</vt:lpstr>
      <vt:lpstr>6.0 Limitations of Existing Tools</vt:lpstr>
      <vt:lpstr>7.0 Why Choose AgentRed?</vt:lpstr>
      <vt:lpstr>8.0 Financial &amp; Environmental   Considerations</vt:lpstr>
      <vt:lpstr>9.0 Next Steps</vt:lpstr>
      <vt:lpstr>10.0 Conclusion </vt:lpstr>
      <vt:lpstr>ANY  QUESTIONS? 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61</cp:revision>
  <dcterms:created xsi:type="dcterms:W3CDTF">2026-03-21T18:25:53Z</dcterms:created>
  <dcterms:modified xsi:type="dcterms:W3CDTF">2026-04-13T23:49:49Z</dcterms:modified>
</cp:coreProperties>
</file>